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4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F4DB9-79CE-6C2D-8AD1-2F2D53A283EC}" v="30" dt="2025-11-21T23:18:44.0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F4E5DC-9D26-428F-ABBD-32626C29D60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23B5744-2E37-473C-9832-579457EA9472}">
      <dgm:prSet/>
      <dgm:spPr/>
      <dgm:t>
        <a:bodyPr/>
        <a:lstStyle/>
        <a:p>
          <a:r>
            <a:rPr lang="en-US" dirty="0"/>
            <a:t>IP tunneling as part of the Firewall</a:t>
          </a:r>
        </a:p>
      </dgm:t>
    </dgm:pt>
    <dgm:pt modelId="{D81EAC18-34AA-4164-8D6E-6059FB572FCB}" type="parTrans" cxnId="{F3D5488B-727E-435C-9392-B9F6CABFB4DB}">
      <dgm:prSet/>
      <dgm:spPr/>
      <dgm:t>
        <a:bodyPr/>
        <a:lstStyle/>
        <a:p>
          <a:endParaRPr lang="en-US"/>
        </a:p>
      </dgm:t>
    </dgm:pt>
    <dgm:pt modelId="{EBAE2E84-3CC7-48EA-BEE6-F8BEBA678238}" type="sibTrans" cxnId="{F3D5488B-727E-435C-9392-B9F6CABFB4DB}">
      <dgm:prSet/>
      <dgm:spPr/>
      <dgm:t>
        <a:bodyPr/>
        <a:lstStyle/>
        <a:p>
          <a:endParaRPr lang="en-US"/>
        </a:p>
      </dgm:t>
    </dgm:pt>
    <dgm:pt modelId="{8437D584-ABDB-42B9-B428-8D3F121BE423}">
      <dgm:prSet/>
      <dgm:spPr/>
      <dgm:t>
        <a:bodyPr/>
        <a:lstStyle/>
        <a:p>
          <a:r>
            <a:rPr lang="en-US" dirty="0"/>
            <a:t>Remote access for users outside the network</a:t>
          </a:r>
        </a:p>
      </dgm:t>
    </dgm:pt>
    <dgm:pt modelId="{0D17EE05-7689-4C2A-AF57-3BC281B5CE51}" type="parTrans" cxnId="{ADD05180-CFEF-467B-8621-91845319A23A}">
      <dgm:prSet/>
      <dgm:spPr/>
      <dgm:t>
        <a:bodyPr/>
        <a:lstStyle/>
        <a:p>
          <a:endParaRPr lang="en-US"/>
        </a:p>
      </dgm:t>
    </dgm:pt>
    <dgm:pt modelId="{F4B3A277-F15B-45E0-957F-07640DC5619A}" type="sibTrans" cxnId="{ADD05180-CFEF-467B-8621-91845319A23A}">
      <dgm:prSet/>
      <dgm:spPr/>
      <dgm:t>
        <a:bodyPr/>
        <a:lstStyle/>
        <a:p>
          <a:endParaRPr lang="en-US"/>
        </a:p>
      </dgm:t>
    </dgm:pt>
    <dgm:pt modelId="{DBFBD138-A68F-4B5F-A50A-2D95E9F1C3EA}">
      <dgm:prSet/>
      <dgm:spPr/>
      <dgm:t>
        <a:bodyPr/>
        <a:lstStyle/>
        <a:p>
          <a:r>
            <a:rPr lang="en-US" dirty="0"/>
            <a:t>Users connect to private LAN network receive IP address range from 10.10.10.1 - 10.10.10.10</a:t>
          </a:r>
        </a:p>
      </dgm:t>
    </dgm:pt>
    <dgm:pt modelId="{AF928C00-37BB-47E6-98C8-0C5BB77FA361}" type="parTrans" cxnId="{067FFAA3-4EA0-4A11-B180-05B659EED336}">
      <dgm:prSet/>
      <dgm:spPr/>
      <dgm:t>
        <a:bodyPr/>
        <a:lstStyle/>
        <a:p>
          <a:endParaRPr lang="en-US"/>
        </a:p>
      </dgm:t>
    </dgm:pt>
    <dgm:pt modelId="{D8102890-79D0-4069-A5C3-A5D648B60952}" type="sibTrans" cxnId="{067FFAA3-4EA0-4A11-B180-05B659EED336}">
      <dgm:prSet/>
      <dgm:spPr/>
      <dgm:t>
        <a:bodyPr/>
        <a:lstStyle/>
        <a:p>
          <a:endParaRPr lang="en-US"/>
        </a:p>
      </dgm:t>
    </dgm:pt>
    <dgm:pt modelId="{B02F3406-7B47-442C-AD34-3CB4DC32DAD9}" type="pres">
      <dgm:prSet presAssocID="{45F4E5DC-9D26-428F-ABBD-32626C29D605}" presName="root" presStyleCnt="0">
        <dgm:presLayoutVars>
          <dgm:dir/>
          <dgm:resizeHandles val="exact"/>
        </dgm:presLayoutVars>
      </dgm:prSet>
      <dgm:spPr/>
    </dgm:pt>
    <dgm:pt modelId="{4330239F-95E3-46AD-B27B-E8AA3F3A2223}" type="pres">
      <dgm:prSet presAssocID="{F23B5744-2E37-473C-9832-579457EA9472}" presName="compNode" presStyleCnt="0"/>
      <dgm:spPr/>
    </dgm:pt>
    <dgm:pt modelId="{B98011DA-E25A-4A01-977B-E34CCED760F0}" type="pres">
      <dgm:prSet presAssocID="{F23B5744-2E37-473C-9832-579457EA947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AB1172A-EAA5-4D12-90BD-0488ECB4B2E5}" type="pres">
      <dgm:prSet presAssocID="{F23B5744-2E37-473C-9832-579457EA9472}" presName="spaceRect" presStyleCnt="0"/>
      <dgm:spPr/>
    </dgm:pt>
    <dgm:pt modelId="{5D47ADCE-18AF-486E-B6DF-0F3C57899A94}" type="pres">
      <dgm:prSet presAssocID="{F23B5744-2E37-473C-9832-579457EA9472}" presName="textRect" presStyleLbl="revTx" presStyleIdx="0" presStyleCnt="3">
        <dgm:presLayoutVars>
          <dgm:chMax val="1"/>
          <dgm:chPref val="1"/>
        </dgm:presLayoutVars>
      </dgm:prSet>
      <dgm:spPr/>
    </dgm:pt>
    <dgm:pt modelId="{0D2AA434-535B-4920-8208-3AB3574A71B5}" type="pres">
      <dgm:prSet presAssocID="{EBAE2E84-3CC7-48EA-BEE6-F8BEBA678238}" presName="sibTrans" presStyleCnt="0"/>
      <dgm:spPr/>
    </dgm:pt>
    <dgm:pt modelId="{B647C47E-321C-4980-8DBB-ED7A0D28A1D7}" type="pres">
      <dgm:prSet presAssocID="{8437D584-ABDB-42B9-B428-8D3F121BE423}" presName="compNode" presStyleCnt="0"/>
      <dgm:spPr/>
    </dgm:pt>
    <dgm:pt modelId="{A1CAC222-4B63-45A6-B56D-7D6910D2EAE8}" type="pres">
      <dgm:prSet presAssocID="{8437D584-ABDB-42B9-B428-8D3F121BE42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C3C0DE42-8B48-4A6A-9B1A-91CF77590DA0}" type="pres">
      <dgm:prSet presAssocID="{8437D584-ABDB-42B9-B428-8D3F121BE423}" presName="spaceRect" presStyleCnt="0"/>
      <dgm:spPr/>
    </dgm:pt>
    <dgm:pt modelId="{EE2E5969-3198-41B7-8CEE-C721AE5D033F}" type="pres">
      <dgm:prSet presAssocID="{8437D584-ABDB-42B9-B428-8D3F121BE423}" presName="textRect" presStyleLbl="revTx" presStyleIdx="1" presStyleCnt="3">
        <dgm:presLayoutVars>
          <dgm:chMax val="1"/>
          <dgm:chPref val="1"/>
        </dgm:presLayoutVars>
      </dgm:prSet>
      <dgm:spPr/>
    </dgm:pt>
    <dgm:pt modelId="{3EA2F619-977D-4D83-A4A0-04E8CC036551}" type="pres">
      <dgm:prSet presAssocID="{F4B3A277-F15B-45E0-957F-07640DC5619A}" presName="sibTrans" presStyleCnt="0"/>
      <dgm:spPr/>
    </dgm:pt>
    <dgm:pt modelId="{67AB059E-47EA-4A5F-A3B0-E116DB939ABF}" type="pres">
      <dgm:prSet presAssocID="{DBFBD138-A68F-4B5F-A50A-2D95E9F1C3EA}" presName="compNode" presStyleCnt="0"/>
      <dgm:spPr/>
    </dgm:pt>
    <dgm:pt modelId="{EF1D60B3-8FC3-4017-B93A-DE8B8641F43D}" type="pres">
      <dgm:prSet presAssocID="{DBFBD138-A68F-4B5F-A50A-2D95E9F1C3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9E39D925-0617-4078-B83F-C567213D0570}" type="pres">
      <dgm:prSet presAssocID="{DBFBD138-A68F-4B5F-A50A-2D95E9F1C3EA}" presName="spaceRect" presStyleCnt="0"/>
      <dgm:spPr/>
    </dgm:pt>
    <dgm:pt modelId="{F848FA44-06BA-4772-A501-D8B25CBEB31F}" type="pres">
      <dgm:prSet presAssocID="{DBFBD138-A68F-4B5F-A50A-2D95E9F1C3E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67EDF42-E02F-442B-BDB9-1260E840AE20}" type="presOf" srcId="{8437D584-ABDB-42B9-B428-8D3F121BE423}" destId="{EE2E5969-3198-41B7-8CEE-C721AE5D033F}" srcOrd="0" destOrd="0" presId="urn:microsoft.com/office/officeart/2018/2/layout/IconLabelList"/>
    <dgm:cxn modelId="{1B4CD56E-FBB5-4B63-BA1D-174E5993D041}" type="presOf" srcId="{F23B5744-2E37-473C-9832-579457EA9472}" destId="{5D47ADCE-18AF-486E-B6DF-0F3C57899A94}" srcOrd="0" destOrd="0" presId="urn:microsoft.com/office/officeart/2018/2/layout/IconLabelList"/>
    <dgm:cxn modelId="{ADD05180-CFEF-467B-8621-91845319A23A}" srcId="{45F4E5DC-9D26-428F-ABBD-32626C29D605}" destId="{8437D584-ABDB-42B9-B428-8D3F121BE423}" srcOrd="1" destOrd="0" parTransId="{0D17EE05-7689-4C2A-AF57-3BC281B5CE51}" sibTransId="{F4B3A277-F15B-45E0-957F-07640DC5619A}"/>
    <dgm:cxn modelId="{F3D5488B-727E-435C-9392-B9F6CABFB4DB}" srcId="{45F4E5DC-9D26-428F-ABBD-32626C29D605}" destId="{F23B5744-2E37-473C-9832-579457EA9472}" srcOrd="0" destOrd="0" parTransId="{D81EAC18-34AA-4164-8D6E-6059FB572FCB}" sibTransId="{EBAE2E84-3CC7-48EA-BEE6-F8BEBA678238}"/>
    <dgm:cxn modelId="{067FFAA3-4EA0-4A11-B180-05B659EED336}" srcId="{45F4E5DC-9D26-428F-ABBD-32626C29D605}" destId="{DBFBD138-A68F-4B5F-A50A-2D95E9F1C3EA}" srcOrd="2" destOrd="0" parTransId="{AF928C00-37BB-47E6-98C8-0C5BB77FA361}" sibTransId="{D8102890-79D0-4069-A5C3-A5D648B60952}"/>
    <dgm:cxn modelId="{FD472BBF-2612-41C7-994C-F78F7CFF7110}" type="presOf" srcId="{DBFBD138-A68F-4B5F-A50A-2D95E9F1C3EA}" destId="{F848FA44-06BA-4772-A501-D8B25CBEB31F}" srcOrd="0" destOrd="0" presId="urn:microsoft.com/office/officeart/2018/2/layout/IconLabelList"/>
    <dgm:cxn modelId="{2F4748E5-6CC4-4154-A3BE-68D8FB9506B0}" type="presOf" srcId="{45F4E5DC-9D26-428F-ABBD-32626C29D605}" destId="{B02F3406-7B47-442C-AD34-3CB4DC32DAD9}" srcOrd="0" destOrd="0" presId="urn:microsoft.com/office/officeart/2018/2/layout/IconLabelList"/>
    <dgm:cxn modelId="{4AB77610-68D5-4ECD-A54A-FB3065900E8C}" type="presParOf" srcId="{B02F3406-7B47-442C-AD34-3CB4DC32DAD9}" destId="{4330239F-95E3-46AD-B27B-E8AA3F3A2223}" srcOrd="0" destOrd="0" presId="urn:microsoft.com/office/officeart/2018/2/layout/IconLabelList"/>
    <dgm:cxn modelId="{7A0FEC02-244D-4C68-8C89-770C6AB511CE}" type="presParOf" srcId="{4330239F-95E3-46AD-B27B-E8AA3F3A2223}" destId="{B98011DA-E25A-4A01-977B-E34CCED760F0}" srcOrd="0" destOrd="0" presId="urn:microsoft.com/office/officeart/2018/2/layout/IconLabelList"/>
    <dgm:cxn modelId="{5567BF45-4E24-4382-87B7-588BEF91B0D8}" type="presParOf" srcId="{4330239F-95E3-46AD-B27B-E8AA3F3A2223}" destId="{FAB1172A-EAA5-4D12-90BD-0488ECB4B2E5}" srcOrd="1" destOrd="0" presId="urn:microsoft.com/office/officeart/2018/2/layout/IconLabelList"/>
    <dgm:cxn modelId="{5193C60A-627C-4EEA-B51B-5073B673FCEE}" type="presParOf" srcId="{4330239F-95E3-46AD-B27B-E8AA3F3A2223}" destId="{5D47ADCE-18AF-486E-B6DF-0F3C57899A94}" srcOrd="2" destOrd="0" presId="urn:microsoft.com/office/officeart/2018/2/layout/IconLabelList"/>
    <dgm:cxn modelId="{B081FAB2-7E80-4FC5-937C-4704D2A13EE8}" type="presParOf" srcId="{B02F3406-7B47-442C-AD34-3CB4DC32DAD9}" destId="{0D2AA434-535B-4920-8208-3AB3574A71B5}" srcOrd="1" destOrd="0" presId="urn:microsoft.com/office/officeart/2018/2/layout/IconLabelList"/>
    <dgm:cxn modelId="{59B733FA-B250-48F5-85D7-E17E5E6A23CF}" type="presParOf" srcId="{B02F3406-7B47-442C-AD34-3CB4DC32DAD9}" destId="{B647C47E-321C-4980-8DBB-ED7A0D28A1D7}" srcOrd="2" destOrd="0" presId="urn:microsoft.com/office/officeart/2018/2/layout/IconLabelList"/>
    <dgm:cxn modelId="{1BA7C622-DA61-4B11-B748-127126E6DDBC}" type="presParOf" srcId="{B647C47E-321C-4980-8DBB-ED7A0D28A1D7}" destId="{A1CAC222-4B63-45A6-B56D-7D6910D2EAE8}" srcOrd="0" destOrd="0" presId="urn:microsoft.com/office/officeart/2018/2/layout/IconLabelList"/>
    <dgm:cxn modelId="{67BB1188-A5B3-4855-9799-39809835B8D3}" type="presParOf" srcId="{B647C47E-321C-4980-8DBB-ED7A0D28A1D7}" destId="{C3C0DE42-8B48-4A6A-9B1A-91CF77590DA0}" srcOrd="1" destOrd="0" presId="urn:microsoft.com/office/officeart/2018/2/layout/IconLabelList"/>
    <dgm:cxn modelId="{95B3DF29-9F84-44E4-B795-4F96FC2FCB61}" type="presParOf" srcId="{B647C47E-321C-4980-8DBB-ED7A0D28A1D7}" destId="{EE2E5969-3198-41B7-8CEE-C721AE5D033F}" srcOrd="2" destOrd="0" presId="urn:microsoft.com/office/officeart/2018/2/layout/IconLabelList"/>
    <dgm:cxn modelId="{A0E3B02C-8640-4B52-9268-69F71D573402}" type="presParOf" srcId="{B02F3406-7B47-442C-AD34-3CB4DC32DAD9}" destId="{3EA2F619-977D-4D83-A4A0-04E8CC036551}" srcOrd="3" destOrd="0" presId="urn:microsoft.com/office/officeart/2018/2/layout/IconLabelList"/>
    <dgm:cxn modelId="{341F7349-DB8B-4EC8-A622-94F9C0F692CC}" type="presParOf" srcId="{B02F3406-7B47-442C-AD34-3CB4DC32DAD9}" destId="{67AB059E-47EA-4A5F-A3B0-E116DB939ABF}" srcOrd="4" destOrd="0" presId="urn:microsoft.com/office/officeart/2018/2/layout/IconLabelList"/>
    <dgm:cxn modelId="{BB9444FE-C3BE-4939-906F-F5331DFF6B41}" type="presParOf" srcId="{67AB059E-47EA-4A5F-A3B0-E116DB939ABF}" destId="{EF1D60B3-8FC3-4017-B93A-DE8B8641F43D}" srcOrd="0" destOrd="0" presId="urn:microsoft.com/office/officeart/2018/2/layout/IconLabelList"/>
    <dgm:cxn modelId="{E8AC7935-04FB-431C-9ADD-209481E8B402}" type="presParOf" srcId="{67AB059E-47EA-4A5F-A3B0-E116DB939ABF}" destId="{9E39D925-0617-4078-B83F-C567213D0570}" srcOrd="1" destOrd="0" presId="urn:microsoft.com/office/officeart/2018/2/layout/IconLabelList"/>
    <dgm:cxn modelId="{444DF1E6-0DB6-43BA-9F47-7FD975BAF2F4}" type="presParOf" srcId="{67AB059E-47EA-4A5F-A3B0-E116DB939ABF}" destId="{F848FA44-06BA-4772-A501-D8B25CBEB31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B42268-E147-4669-9C2E-7BB15C15A56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EE24496-49BD-48DF-99B2-223E0D4F6D7C}">
      <dgm:prSet/>
      <dgm:spPr/>
      <dgm:t>
        <a:bodyPr/>
        <a:lstStyle/>
        <a:p>
          <a:r>
            <a:rPr lang="en-US" dirty="0"/>
            <a:t>For ICMP, filter ICMP timestamp requests and outgoing timestamp replies</a:t>
          </a:r>
        </a:p>
      </dgm:t>
    </dgm:pt>
    <dgm:pt modelId="{85F69540-82AD-4AA2-B7AD-46FC2CA68C87}" type="parTrans" cxnId="{4568E856-3A98-45E8-B5CB-094272AA78F4}">
      <dgm:prSet/>
      <dgm:spPr/>
      <dgm:t>
        <a:bodyPr/>
        <a:lstStyle/>
        <a:p>
          <a:endParaRPr lang="en-US"/>
        </a:p>
      </dgm:t>
    </dgm:pt>
    <dgm:pt modelId="{6C86193D-5B2F-48C5-B16F-F08A2D913EB1}" type="sibTrans" cxnId="{4568E856-3A98-45E8-B5CB-094272AA78F4}">
      <dgm:prSet/>
      <dgm:spPr/>
      <dgm:t>
        <a:bodyPr/>
        <a:lstStyle/>
        <a:p>
          <a:endParaRPr lang="en-US"/>
        </a:p>
      </dgm:t>
    </dgm:pt>
    <dgm:pt modelId="{B43B88B5-41B3-4C63-B7AA-66852764D9B2}">
      <dgm:prSet/>
      <dgm:spPr/>
      <dgm:t>
        <a:bodyPr/>
        <a:lstStyle/>
        <a:p>
          <a:pPr rtl="0"/>
          <a:r>
            <a:rPr lang="en-US" dirty="0"/>
            <a:t>Change the </a:t>
          </a:r>
          <a:r>
            <a:rPr lang="en-US" dirty="0">
              <a:latin typeface="Aptos Display" panose="020F0302020204030204"/>
            </a:rPr>
            <a:t>SSH </a:t>
          </a:r>
          <a:r>
            <a:rPr lang="en-US" dirty="0"/>
            <a:t>Algorithms via FortiGate CLI</a:t>
          </a:r>
        </a:p>
      </dgm:t>
    </dgm:pt>
    <dgm:pt modelId="{1CA77CBC-370E-46D0-8CD7-0780D271D31E}" type="parTrans" cxnId="{2181B9A1-EFA6-461C-9BEB-F6A432A306A8}">
      <dgm:prSet/>
      <dgm:spPr/>
      <dgm:t>
        <a:bodyPr/>
        <a:lstStyle/>
        <a:p>
          <a:endParaRPr lang="en-US"/>
        </a:p>
      </dgm:t>
    </dgm:pt>
    <dgm:pt modelId="{0F5BC0F8-FCF7-48DC-87E1-3D925C0C8F95}" type="sibTrans" cxnId="{2181B9A1-EFA6-461C-9BEB-F6A432A306A8}">
      <dgm:prSet/>
      <dgm:spPr/>
      <dgm:t>
        <a:bodyPr/>
        <a:lstStyle/>
        <a:p>
          <a:endParaRPr lang="en-US"/>
        </a:p>
      </dgm:t>
    </dgm:pt>
    <dgm:pt modelId="{6018B810-F1FA-4C74-832B-1AB6CE7AF9B4}">
      <dgm:prSet/>
      <dgm:spPr/>
      <dgm:t>
        <a:bodyPr/>
        <a:lstStyle/>
        <a:p>
          <a:r>
            <a:rPr lang="en-US" dirty="0"/>
            <a:t>Update the packages in Ubuntu local machines</a:t>
          </a:r>
        </a:p>
      </dgm:t>
    </dgm:pt>
    <dgm:pt modelId="{F46D8419-B389-4569-99F7-084863F23B00}" type="parTrans" cxnId="{1D1A88C9-A2FB-44EB-88B9-C3BAC4010B74}">
      <dgm:prSet/>
      <dgm:spPr/>
      <dgm:t>
        <a:bodyPr/>
        <a:lstStyle/>
        <a:p>
          <a:endParaRPr lang="en-US"/>
        </a:p>
      </dgm:t>
    </dgm:pt>
    <dgm:pt modelId="{2F6BB322-E23A-4619-B119-5C4F65527809}" type="sibTrans" cxnId="{1D1A88C9-A2FB-44EB-88B9-C3BAC4010B74}">
      <dgm:prSet/>
      <dgm:spPr/>
      <dgm:t>
        <a:bodyPr/>
        <a:lstStyle/>
        <a:p>
          <a:endParaRPr lang="en-US"/>
        </a:p>
      </dgm:t>
    </dgm:pt>
    <dgm:pt modelId="{89456E09-4FB0-41D2-82EA-D1B271471D18}" type="pres">
      <dgm:prSet presAssocID="{AAB42268-E147-4669-9C2E-7BB15C15A56D}" presName="root" presStyleCnt="0">
        <dgm:presLayoutVars>
          <dgm:dir/>
          <dgm:resizeHandles val="exact"/>
        </dgm:presLayoutVars>
      </dgm:prSet>
      <dgm:spPr/>
    </dgm:pt>
    <dgm:pt modelId="{BEA8A602-EA76-49BD-8770-0E47FA71F776}" type="pres">
      <dgm:prSet presAssocID="{6EE24496-49BD-48DF-99B2-223E0D4F6D7C}" presName="compNode" presStyleCnt="0"/>
      <dgm:spPr/>
    </dgm:pt>
    <dgm:pt modelId="{B0492878-A115-4DB7-922B-3DE83B0DC536}" type="pres">
      <dgm:prSet presAssocID="{6EE24496-49BD-48DF-99B2-223E0D4F6D7C}" presName="bgRect" presStyleLbl="bgShp" presStyleIdx="0" presStyleCnt="3"/>
      <dgm:spPr/>
    </dgm:pt>
    <dgm:pt modelId="{08170201-0D88-4D95-A1EF-C21C743D1BF9}" type="pres">
      <dgm:prSet presAssocID="{6EE24496-49BD-48DF-99B2-223E0D4F6D7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1C01DB1D-D53C-4FFA-B237-6EF782934AC0}" type="pres">
      <dgm:prSet presAssocID="{6EE24496-49BD-48DF-99B2-223E0D4F6D7C}" presName="spaceRect" presStyleCnt="0"/>
      <dgm:spPr/>
    </dgm:pt>
    <dgm:pt modelId="{3B63F4D4-194B-4194-9A49-7B70506B9863}" type="pres">
      <dgm:prSet presAssocID="{6EE24496-49BD-48DF-99B2-223E0D4F6D7C}" presName="parTx" presStyleLbl="revTx" presStyleIdx="0" presStyleCnt="3">
        <dgm:presLayoutVars>
          <dgm:chMax val="0"/>
          <dgm:chPref val="0"/>
        </dgm:presLayoutVars>
      </dgm:prSet>
      <dgm:spPr/>
    </dgm:pt>
    <dgm:pt modelId="{0A6D680A-40EC-4E24-927D-2DF23ABBDC4B}" type="pres">
      <dgm:prSet presAssocID="{6C86193D-5B2F-48C5-B16F-F08A2D913EB1}" presName="sibTrans" presStyleCnt="0"/>
      <dgm:spPr/>
    </dgm:pt>
    <dgm:pt modelId="{6A882449-8E82-4FEB-9C99-DD1F994F4751}" type="pres">
      <dgm:prSet presAssocID="{B43B88B5-41B3-4C63-B7AA-66852764D9B2}" presName="compNode" presStyleCnt="0"/>
      <dgm:spPr/>
    </dgm:pt>
    <dgm:pt modelId="{88FEFC84-394E-4D2A-BCF0-DB69319749BF}" type="pres">
      <dgm:prSet presAssocID="{B43B88B5-41B3-4C63-B7AA-66852764D9B2}" presName="bgRect" presStyleLbl="bgShp" presStyleIdx="1" presStyleCnt="3"/>
      <dgm:spPr/>
    </dgm:pt>
    <dgm:pt modelId="{A3B123BA-5931-4E8D-94A2-402BBC2E6303}" type="pres">
      <dgm:prSet presAssocID="{B43B88B5-41B3-4C63-B7AA-66852764D9B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D5D5546-088D-4005-B25B-C891EB007DB6}" type="pres">
      <dgm:prSet presAssocID="{B43B88B5-41B3-4C63-B7AA-66852764D9B2}" presName="spaceRect" presStyleCnt="0"/>
      <dgm:spPr/>
    </dgm:pt>
    <dgm:pt modelId="{28830BD0-1698-455D-BAC4-58690ABC8ED6}" type="pres">
      <dgm:prSet presAssocID="{B43B88B5-41B3-4C63-B7AA-66852764D9B2}" presName="parTx" presStyleLbl="revTx" presStyleIdx="1" presStyleCnt="3">
        <dgm:presLayoutVars>
          <dgm:chMax val="0"/>
          <dgm:chPref val="0"/>
        </dgm:presLayoutVars>
      </dgm:prSet>
      <dgm:spPr/>
    </dgm:pt>
    <dgm:pt modelId="{B65315EE-6D1B-4EA9-98FC-918FD1066A39}" type="pres">
      <dgm:prSet presAssocID="{0F5BC0F8-FCF7-48DC-87E1-3D925C0C8F95}" presName="sibTrans" presStyleCnt="0"/>
      <dgm:spPr/>
    </dgm:pt>
    <dgm:pt modelId="{DE8A65EF-2638-450E-9F1B-7CAFD1558306}" type="pres">
      <dgm:prSet presAssocID="{6018B810-F1FA-4C74-832B-1AB6CE7AF9B4}" presName="compNode" presStyleCnt="0"/>
      <dgm:spPr/>
    </dgm:pt>
    <dgm:pt modelId="{89F5576E-1496-4D89-BD57-DC0703F75D2B}" type="pres">
      <dgm:prSet presAssocID="{6018B810-F1FA-4C74-832B-1AB6CE7AF9B4}" presName="bgRect" presStyleLbl="bgShp" presStyleIdx="2" presStyleCnt="3"/>
      <dgm:spPr/>
    </dgm:pt>
    <dgm:pt modelId="{D274DCFA-4550-4A74-AFD6-B00B689D8FF4}" type="pres">
      <dgm:prSet presAssocID="{6018B810-F1FA-4C74-832B-1AB6CE7AF9B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522F378-3AC7-40B8-8503-0ABB2BA3C8EA}" type="pres">
      <dgm:prSet presAssocID="{6018B810-F1FA-4C74-832B-1AB6CE7AF9B4}" presName="spaceRect" presStyleCnt="0"/>
      <dgm:spPr/>
    </dgm:pt>
    <dgm:pt modelId="{71D1ED0A-217E-4F32-B83C-00943E4CB513}" type="pres">
      <dgm:prSet presAssocID="{6018B810-F1FA-4C74-832B-1AB6CE7AF9B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B71FA63-77EC-492A-9947-DF7892958D50}" type="presOf" srcId="{B43B88B5-41B3-4C63-B7AA-66852764D9B2}" destId="{28830BD0-1698-455D-BAC4-58690ABC8ED6}" srcOrd="0" destOrd="0" presId="urn:microsoft.com/office/officeart/2018/2/layout/IconVerticalSolidList"/>
    <dgm:cxn modelId="{17836A69-78A2-4313-80D5-0684F7BDB6D0}" type="presOf" srcId="{AAB42268-E147-4669-9C2E-7BB15C15A56D}" destId="{89456E09-4FB0-41D2-82EA-D1B271471D18}" srcOrd="0" destOrd="0" presId="urn:microsoft.com/office/officeart/2018/2/layout/IconVerticalSolidList"/>
    <dgm:cxn modelId="{4568E856-3A98-45E8-B5CB-094272AA78F4}" srcId="{AAB42268-E147-4669-9C2E-7BB15C15A56D}" destId="{6EE24496-49BD-48DF-99B2-223E0D4F6D7C}" srcOrd="0" destOrd="0" parTransId="{85F69540-82AD-4AA2-B7AD-46FC2CA68C87}" sibTransId="{6C86193D-5B2F-48C5-B16F-F08A2D913EB1}"/>
    <dgm:cxn modelId="{C89C8A9C-F8A8-4BA2-BFDD-D5333FCE44BC}" type="presOf" srcId="{6EE24496-49BD-48DF-99B2-223E0D4F6D7C}" destId="{3B63F4D4-194B-4194-9A49-7B70506B9863}" srcOrd="0" destOrd="0" presId="urn:microsoft.com/office/officeart/2018/2/layout/IconVerticalSolidList"/>
    <dgm:cxn modelId="{2181B9A1-EFA6-461C-9BEB-F6A432A306A8}" srcId="{AAB42268-E147-4669-9C2E-7BB15C15A56D}" destId="{B43B88B5-41B3-4C63-B7AA-66852764D9B2}" srcOrd="1" destOrd="0" parTransId="{1CA77CBC-370E-46D0-8CD7-0780D271D31E}" sibTransId="{0F5BC0F8-FCF7-48DC-87E1-3D925C0C8F95}"/>
    <dgm:cxn modelId="{1D1A88C9-A2FB-44EB-88B9-C3BAC4010B74}" srcId="{AAB42268-E147-4669-9C2E-7BB15C15A56D}" destId="{6018B810-F1FA-4C74-832B-1AB6CE7AF9B4}" srcOrd="2" destOrd="0" parTransId="{F46D8419-B389-4569-99F7-084863F23B00}" sibTransId="{2F6BB322-E23A-4619-B119-5C4F65527809}"/>
    <dgm:cxn modelId="{D82EF8F9-43EE-49BB-87C5-85D42B080AC5}" type="presOf" srcId="{6018B810-F1FA-4C74-832B-1AB6CE7AF9B4}" destId="{71D1ED0A-217E-4F32-B83C-00943E4CB513}" srcOrd="0" destOrd="0" presId="urn:microsoft.com/office/officeart/2018/2/layout/IconVerticalSolidList"/>
    <dgm:cxn modelId="{32EC846B-664F-453E-B346-1DC08EF7915C}" type="presParOf" srcId="{89456E09-4FB0-41D2-82EA-D1B271471D18}" destId="{BEA8A602-EA76-49BD-8770-0E47FA71F776}" srcOrd="0" destOrd="0" presId="urn:microsoft.com/office/officeart/2018/2/layout/IconVerticalSolidList"/>
    <dgm:cxn modelId="{FBBAE5B2-CA00-4146-91AC-0376D107A805}" type="presParOf" srcId="{BEA8A602-EA76-49BD-8770-0E47FA71F776}" destId="{B0492878-A115-4DB7-922B-3DE83B0DC536}" srcOrd="0" destOrd="0" presId="urn:microsoft.com/office/officeart/2018/2/layout/IconVerticalSolidList"/>
    <dgm:cxn modelId="{AABA8374-DD86-4400-96F7-D34385D9A93A}" type="presParOf" srcId="{BEA8A602-EA76-49BD-8770-0E47FA71F776}" destId="{08170201-0D88-4D95-A1EF-C21C743D1BF9}" srcOrd="1" destOrd="0" presId="urn:microsoft.com/office/officeart/2018/2/layout/IconVerticalSolidList"/>
    <dgm:cxn modelId="{F0FFE16B-7D58-4B65-B687-8CA03D226FFA}" type="presParOf" srcId="{BEA8A602-EA76-49BD-8770-0E47FA71F776}" destId="{1C01DB1D-D53C-4FFA-B237-6EF782934AC0}" srcOrd="2" destOrd="0" presId="urn:microsoft.com/office/officeart/2018/2/layout/IconVerticalSolidList"/>
    <dgm:cxn modelId="{2F731094-36DD-4621-8A64-C06BD6812727}" type="presParOf" srcId="{BEA8A602-EA76-49BD-8770-0E47FA71F776}" destId="{3B63F4D4-194B-4194-9A49-7B70506B9863}" srcOrd="3" destOrd="0" presId="urn:microsoft.com/office/officeart/2018/2/layout/IconVerticalSolidList"/>
    <dgm:cxn modelId="{ED6725B8-2CF7-4134-92D0-18A76EA5639A}" type="presParOf" srcId="{89456E09-4FB0-41D2-82EA-D1B271471D18}" destId="{0A6D680A-40EC-4E24-927D-2DF23ABBDC4B}" srcOrd="1" destOrd="0" presId="urn:microsoft.com/office/officeart/2018/2/layout/IconVerticalSolidList"/>
    <dgm:cxn modelId="{F24C1070-7AB9-44C4-88A4-FBD1C4EDA667}" type="presParOf" srcId="{89456E09-4FB0-41D2-82EA-D1B271471D18}" destId="{6A882449-8E82-4FEB-9C99-DD1F994F4751}" srcOrd="2" destOrd="0" presId="urn:microsoft.com/office/officeart/2018/2/layout/IconVerticalSolidList"/>
    <dgm:cxn modelId="{A5576417-B8EE-41F9-ADF4-332F68425378}" type="presParOf" srcId="{6A882449-8E82-4FEB-9C99-DD1F994F4751}" destId="{88FEFC84-394E-4D2A-BCF0-DB69319749BF}" srcOrd="0" destOrd="0" presId="urn:microsoft.com/office/officeart/2018/2/layout/IconVerticalSolidList"/>
    <dgm:cxn modelId="{C686ACAB-F48F-49CF-8A1C-9FD75D677805}" type="presParOf" srcId="{6A882449-8E82-4FEB-9C99-DD1F994F4751}" destId="{A3B123BA-5931-4E8D-94A2-402BBC2E6303}" srcOrd="1" destOrd="0" presId="urn:microsoft.com/office/officeart/2018/2/layout/IconVerticalSolidList"/>
    <dgm:cxn modelId="{C193AE60-4998-4DA4-9EDA-F5D985BFBB13}" type="presParOf" srcId="{6A882449-8E82-4FEB-9C99-DD1F994F4751}" destId="{4D5D5546-088D-4005-B25B-C891EB007DB6}" srcOrd="2" destOrd="0" presId="urn:microsoft.com/office/officeart/2018/2/layout/IconVerticalSolidList"/>
    <dgm:cxn modelId="{C0A03F95-EC9D-46E9-AACE-EAAABB67F165}" type="presParOf" srcId="{6A882449-8E82-4FEB-9C99-DD1F994F4751}" destId="{28830BD0-1698-455D-BAC4-58690ABC8ED6}" srcOrd="3" destOrd="0" presId="urn:microsoft.com/office/officeart/2018/2/layout/IconVerticalSolidList"/>
    <dgm:cxn modelId="{1C9CC159-830E-4446-80F9-D2F22F07C47E}" type="presParOf" srcId="{89456E09-4FB0-41D2-82EA-D1B271471D18}" destId="{B65315EE-6D1B-4EA9-98FC-918FD1066A39}" srcOrd="3" destOrd="0" presId="urn:microsoft.com/office/officeart/2018/2/layout/IconVerticalSolidList"/>
    <dgm:cxn modelId="{EB0D6B00-265C-4E83-A992-B1EAC56900D7}" type="presParOf" srcId="{89456E09-4FB0-41D2-82EA-D1B271471D18}" destId="{DE8A65EF-2638-450E-9F1B-7CAFD1558306}" srcOrd="4" destOrd="0" presId="urn:microsoft.com/office/officeart/2018/2/layout/IconVerticalSolidList"/>
    <dgm:cxn modelId="{4634D5AB-36DA-44F4-9A0C-64C58654AF74}" type="presParOf" srcId="{DE8A65EF-2638-450E-9F1B-7CAFD1558306}" destId="{89F5576E-1496-4D89-BD57-DC0703F75D2B}" srcOrd="0" destOrd="0" presId="urn:microsoft.com/office/officeart/2018/2/layout/IconVerticalSolidList"/>
    <dgm:cxn modelId="{A2A31AA6-82E1-4C0C-A368-0A97944CB162}" type="presParOf" srcId="{DE8A65EF-2638-450E-9F1B-7CAFD1558306}" destId="{D274DCFA-4550-4A74-AFD6-B00B689D8FF4}" srcOrd="1" destOrd="0" presId="urn:microsoft.com/office/officeart/2018/2/layout/IconVerticalSolidList"/>
    <dgm:cxn modelId="{858A12BD-F71E-4F13-AD05-E78070083FFD}" type="presParOf" srcId="{DE8A65EF-2638-450E-9F1B-7CAFD1558306}" destId="{2522F378-3AC7-40B8-8503-0ABB2BA3C8EA}" srcOrd="2" destOrd="0" presId="urn:microsoft.com/office/officeart/2018/2/layout/IconVerticalSolidList"/>
    <dgm:cxn modelId="{FC385004-ECEA-4F31-84EB-7FA945C9A566}" type="presParOf" srcId="{DE8A65EF-2638-450E-9F1B-7CAFD1558306}" destId="{71D1ED0A-217E-4F32-B83C-00943E4CB5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8011DA-E25A-4A01-977B-E34CCED760F0}">
      <dsp:nvSpPr>
        <dsp:cNvPr id="0" name=""/>
        <dsp:cNvSpPr/>
      </dsp:nvSpPr>
      <dsp:spPr>
        <a:xfrm>
          <a:off x="947201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7ADCE-18AF-486E-B6DF-0F3C57899A94}">
      <dsp:nvSpPr>
        <dsp:cNvPr id="0" name=""/>
        <dsp:cNvSpPr/>
      </dsp:nvSpPr>
      <dsp:spPr>
        <a:xfrm>
          <a:off x="59990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IP tunneling as part of the Firewall</a:t>
          </a:r>
        </a:p>
      </dsp:txBody>
      <dsp:txXfrm>
        <a:off x="59990" y="2654049"/>
        <a:ext cx="3226223" cy="720000"/>
      </dsp:txXfrm>
    </dsp:sp>
    <dsp:sp modelId="{A1CAC222-4B63-45A6-B56D-7D6910D2EAE8}">
      <dsp:nvSpPr>
        <dsp:cNvPr id="0" name=""/>
        <dsp:cNvSpPr/>
      </dsp:nvSpPr>
      <dsp:spPr>
        <a:xfrm>
          <a:off x="4738014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2E5969-3198-41B7-8CEE-C721AE5D033F}">
      <dsp:nvSpPr>
        <dsp:cNvPr id="0" name=""/>
        <dsp:cNvSpPr/>
      </dsp:nvSpPr>
      <dsp:spPr>
        <a:xfrm>
          <a:off x="3850802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Remote access for users outside the network</a:t>
          </a:r>
        </a:p>
      </dsp:txBody>
      <dsp:txXfrm>
        <a:off x="3850802" y="2654049"/>
        <a:ext cx="3226223" cy="720000"/>
      </dsp:txXfrm>
    </dsp:sp>
    <dsp:sp modelId="{EF1D60B3-8FC3-4017-B93A-DE8B8641F43D}">
      <dsp:nvSpPr>
        <dsp:cNvPr id="0" name=""/>
        <dsp:cNvSpPr/>
      </dsp:nvSpPr>
      <dsp:spPr>
        <a:xfrm>
          <a:off x="8528826" y="818755"/>
          <a:ext cx="1451800" cy="14518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48FA44-06BA-4772-A501-D8B25CBEB31F}">
      <dsp:nvSpPr>
        <dsp:cNvPr id="0" name=""/>
        <dsp:cNvSpPr/>
      </dsp:nvSpPr>
      <dsp:spPr>
        <a:xfrm>
          <a:off x="7641615" y="2654049"/>
          <a:ext cx="3226223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Users connect to private LAN network receive IP address range from 10.10.10.1 - 10.10.10.10</a:t>
          </a:r>
        </a:p>
      </dsp:txBody>
      <dsp:txXfrm>
        <a:off x="7641615" y="2654049"/>
        <a:ext cx="3226223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492878-A115-4DB7-922B-3DE83B0DC536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70201-0D88-4D95-A1EF-C21C743D1BF9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63F4D4-194B-4194-9A49-7B70506B9863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For ICMP, filter ICMP timestamp requests and outgoing timestamp replies</a:t>
          </a:r>
        </a:p>
      </dsp:txBody>
      <dsp:txXfrm>
        <a:off x="1819120" y="673"/>
        <a:ext cx="4545103" cy="1574995"/>
      </dsp:txXfrm>
    </dsp:sp>
    <dsp:sp modelId="{88FEFC84-394E-4D2A-BCF0-DB69319749BF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B123BA-5931-4E8D-94A2-402BBC2E6303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830BD0-1698-455D-BAC4-58690ABC8ED6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Change the </a:t>
          </a:r>
          <a:r>
            <a:rPr lang="en-US" sz="2500" kern="1200" dirty="0">
              <a:latin typeface="Aptos Display" panose="020F0302020204030204"/>
            </a:rPr>
            <a:t>SSH </a:t>
          </a:r>
          <a:r>
            <a:rPr lang="en-US" sz="2500" kern="1200" dirty="0"/>
            <a:t>Algorithms via FortiGate CLI</a:t>
          </a:r>
        </a:p>
      </dsp:txBody>
      <dsp:txXfrm>
        <a:off x="1819120" y="1969418"/>
        <a:ext cx="4545103" cy="1574995"/>
      </dsp:txXfrm>
    </dsp:sp>
    <dsp:sp modelId="{89F5576E-1496-4D89-BD57-DC0703F75D2B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74DCFA-4550-4A74-AFD6-B00B689D8FF4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1ED0A-217E-4F32-B83C-00943E4CB513}">
      <dsp:nvSpPr>
        <dsp:cNvPr id="0" name=""/>
        <dsp:cNvSpPr/>
      </dsp:nvSpPr>
      <dsp:spPr>
        <a:xfrm>
          <a:off x="1819120" y="3938162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Update the packages in Ubuntu local machines</a:t>
          </a:r>
        </a:p>
      </dsp:txBody>
      <dsp:txXfrm>
        <a:off x="1819120" y="3938162"/>
        <a:ext cx="4545103" cy="15749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nvd.nist.gov/vuln/detail/CVE-2019-0053" TargetMode="External"/><Relationship Id="rId2" Type="http://schemas.openxmlformats.org/officeDocument/2006/relationships/hyperlink" Target="https://nvd.nist.gov/vuln/detail/CVE-1999-052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72508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333333"/>
                </a:solidFill>
                <a:ea typeface="+mj-lt"/>
                <a:cs typeface="+mj-lt"/>
              </a:rPr>
              <a:t>Secure Network Design and Implementation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CSCE 5585</a:t>
            </a:r>
          </a:p>
          <a:p>
            <a:r>
              <a:rPr lang="en-US" dirty="0"/>
              <a:t>Son Dang, Prakriti Dhungel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2C3110-1ADA-3558-AB24-14FBA86C0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Environment</a:t>
            </a:r>
          </a:p>
        </p:txBody>
      </p:sp>
      <p:sp>
        <p:nvSpPr>
          <p:cNvPr id="60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A3D49-D0BD-D5EA-95AB-3A61ACC375D7}"/>
              </a:ext>
            </a:extLst>
          </p:cNvPr>
          <p:cNvSpPr txBox="1"/>
          <p:nvPr/>
        </p:nvSpPr>
        <p:spPr>
          <a:xfrm>
            <a:off x="109019" y="2807208"/>
            <a:ext cx="4211875" cy="34107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GNS3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FortiGate Firewall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DMZ switch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Lan switch 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Servers and clients</a:t>
            </a:r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9" name="Content Placeholder 8" descr="A computer network diagram with text and words&#10;&#10;AI-generated content may be incorrect.">
            <a:extLst>
              <a:ext uri="{FF2B5EF4-FFF2-40B4-BE49-F238E27FC236}">
                <a16:creationId xmlns:a16="http://schemas.microsoft.com/office/drawing/2014/main" id="{6137DE61-6231-67C5-C896-7F5E13FCBF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19084" y="3340"/>
            <a:ext cx="7770802" cy="685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57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D7A73-60FC-EFAC-B542-68F1A5D59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Fortigate Firewall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F623-0003-1D6B-3D70-6971BCAD6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Version 7.0.9 </a:t>
            </a:r>
          </a:p>
          <a:p>
            <a:r>
              <a:rPr lang="en-US" sz="1800" dirty="0">
                <a:solidFill>
                  <a:schemeClr val="tx2"/>
                </a:solidFill>
              </a:rPr>
              <a:t>Allowed traffic from LAN to DMZ, LAN to internet, DMZ to internet</a:t>
            </a:r>
          </a:p>
          <a:p>
            <a:r>
              <a:rPr lang="en-US" sz="1800" dirty="0">
                <a:solidFill>
                  <a:schemeClr val="tx2"/>
                </a:solidFill>
              </a:rPr>
              <a:t>Block traffic from DMZ to LAN since DMZ is a public facing server</a:t>
            </a:r>
          </a:p>
          <a:p>
            <a:r>
              <a:rPr lang="en-US" sz="1800" dirty="0">
                <a:solidFill>
                  <a:schemeClr val="tx2"/>
                </a:solidFill>
              </a:rPr>
              <a:t>VPN and IPS functionality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Fortinet logo in transparent PNG and ...">
            <a:extLst>
              <a:ext uri="{FF2B5EF4-FFF2-40B4-BE49-F238E27FC236}">
                <a16:creationId xmlns:a16="http://schemas.microsoft.com/office/drawing/2014/main" id="{0CBD4D03-7446-435B-39A9-37FF0B353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2405821"/>
            <a:ext cx="4142232" cy="296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61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86AA3-7CA8-318C-6270-FB5BB507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VPN remote access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16356E-9533-5832-ED63-8F830BB7DE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6425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7204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DE9A6-D762-2478-8FB1-FF3AF69D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IDS/IPS configuration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2DD06-CF0C-DD23-34CC-B2813D0DE17F}"/>
              </a:ext>
            </a:extLst>
          </p:cNvPr>
          <p:cNvSpPr txBox="1"/>
          <p:nvPr/>
        </p:nvSpPr>
        <p:spPr>
          <a:xfrm>
            <a:off x="638881" y="1809541"/>
            <a:ext cx="10909643" cy="68740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latin typeface="+mn-lt"/>
                <a:ea typeface="+mn-ea"/>
                <a:cs typeface="+mn-cs"/>
              </a:rPr>
              <a:t>Part of the </a:t>
            </a:r>
            <a:r>
              <a:rPr lang="en-US" sz="2400" dirty="0"/>
              <a:t>FortiGate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firewall functionality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program&#10;&#10;AI-generated content may be incorrect.">
            <a:extLst>
              <a:ext uri="{FF2B5EF4-FFF2-40B4-BE49-F238E27FC236}">
                <a16:creationId xmlns:a16="http://schemas.microsoft.com/office/drawing/2014/main" id="{8BA9B31D-4C8D-E583-A25A-B9C6F0DC63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6427" y="2497828"/>
            <a:ext cx="12186491" cy="359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206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9BCB50-E426-0EDC-1400-34FFA9B4C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IDS/IPS (continued) 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F7485-34D6-00C9-E32F-879A9B277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Additionally, we install Wireshark and Suricata on ubuntu client </a:t>
            </a:r>
          </a:p>
          <a:p>
            <a:r>
              <a:rPr lang="en-US" sz="2200"/>
              <a:t>Simulate a SYN attack using hping3 from Kali -&gt; Ubuntu client</a:t>
            </a:r>
          </a:p>
          <a:p>
            <a:endParaRPr lang="en-US" sz="22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E9D626-8839-B2F6-F2D8-A1C8A5607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69" y="771956"/>
            <a:ext cx="6882705" cy="495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59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A39676-4E46-387E-770E-89A2221B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IDS/IPS(continued)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732C5-E881-9DBC-0306-8EF01B682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Detect using Wireshark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D3C76A-849E-A649-A1D0-0AF1CFD553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20" r="9405" b="2"/>
          <a:stretch>
            <a:fillRect/>
          </a:stretch>
        </p:blipFill>
        <p:spPr>
          <a:xfrm>
            <a:off x="1441283" y="2633472"/>
            <a:ext cx="9306386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7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7A12A-9785-B43F-5200-F0FA7D140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IDS/IPS(continued)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9BE17-B5B9-599C-E874-90F01FC2B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Prevent the attack using Suricata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9F4E694-0057-A0FF-4E68-DFBFB682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59" r="1" b="19975"/>
          <a:stretch>
            <a:fillRect/>
          </a:stretch>
        </p:blipFill>
        <p:spPr>
          <a:xfrm>
            <a:off x="2453872" y="2633472"/>
            <a:ext cx="7892813" cy="38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164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7BCE3-547A-615D-F9C3-5D814B730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Testing and security assessment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B6D18B-0A7F-F019-D5AD-39206E4D2078}"/>
              </a:ext>
            </a:extLst>
          </p:cNvPr>
          <p:cNvSpPr txBox="1"/>
          <p:nvPr/>
        </p:nvSpPr>
        <p:spPr>
          <a:xfrm>
            <a:off x="5351164" y="586822"/>
            <a:ext cx="6002636" cy="164592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Majority of the Critical/High/Medium are from Ubuntu local security as a result of EOL device and out of date packages from Ubuntu Client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For the network vulnerabilities: SSH weak algorithms and ICMP timestamp request which can allow attacker to map the network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B72435-0D3E-60E2-1E01-B4BF3B4EA8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5515" y="2282871"/>
            <a:ext cx="8960547" cy="457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5" name="Freeform: Shape 44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FE771-43D7-9083-0CD8-569F5FEA1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/>
              <a:t>Mitigation Strategies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6" name="Content Placeholder 20">
            <a:extLst>
              <a:ext uri="{FF2B5EF4-FFF2-40B4-BE49-F238E27FC236}">
                <a16:creationId xmlns:a16="http://schemas.microsoft.com/office/drawing/2014/main" id="{04908CD7-7796-67E9-4C45-E11D1C7D5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181340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3082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354C-B623-31DE-06B7-59BF839D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A0714-0B6C-7048-1116-696F54E59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https://nvd.nist.gov/vuln/detail/CVE-1999-0524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3"/>
              </a:rPr>
              <a:t>https://nvd.nist.gov/vuln/detail/CVE-2019-0053</a:t>
            </a:r>
          </a:p>
          <a:p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9421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Secure Network Design and Implementation</vt:lpstr>
      <vt:lpstr>Network Environment</vt:lpstr>
      <vt:lpstr>Fortigate Firewall</vt:lpstr>
      <vt:lpstr>VPN remote access</vt:lpstr>
      <vt:lpstr>IDS/IPS configuration</vt:lpstr>
      <vt:lpstr>IDS/IPS (continued) </vt:lpstr>
      <vt:lpstr>IDS/IPS(continued)</vt:lpstr>
      <vt:lpstr>IDS/IPS(continued) </vt:lpstr>
      <vt:lpstr>Testing and security assessment</vt:lpstr>
      <vt:lpstr>Mitigation Strategies</vt:lpstr>
      <vt:lpstr>References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284</cp:revision>
  <dcterms:created xsi:type="dcterms:W3CDTF">2025-11-18T19:46:37Z</dcterms:created>
  <dcterms:modified xsi:type="dcterms:W3CDTF">2025-11-25T16:53:50Z</dcterms:modified>
</cp:coreProperties>
</file>