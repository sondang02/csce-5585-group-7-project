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719"/>
  </p:normalViewPr>
  <p:slideViewPr>
    <p:cSldViewPr snapToGrid="0">
      <p:cViewPr varScale="1">
        <p:scale>
          <a:sx n="85" d="100"/>
          <a:sy n="85" d="100"/>
        </p:scale>
        <p:origin x="1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E49435-40B3-4CAF-87AD-1B7DFE51EF1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CA6E5FB-45ED-4A1A-85B7-020B6620E6D0}">
      <dgm:prSet/>
      <dgm:spPr/>
      <dgm:t>
        <a:bodyPr/>
        <a:lstStyle/>
        <a:p>
          <a:r>
            <a:rPr lang="en-US"/>
            <a:t>The most vulnerable point in cyber attacks are human users </a:t>
          </a:r>
        </a:p>
      </dgm:t>
    </dgm:pt>
    <dgm:pt modelId="{A33702BC-85D1-4EBC-BB50-0A8CD0E57AA1}" type="parTrans" cxnId="{50FCBBFB-80E4-4D70-B36E-6FDE80AEB36C}">
      <dgm:prSet/>
      <dgm:spPr/>
      <dgm:t>
        <a:bodyPr/>
        <a:lstStyle/>
        <a:p>
          <a:endParaRPr lang="en-US"/>
        </a:p>
      </dgm:t>
    </dgm:pt>
    <dgm:pt modelId="{48629F04-D478-407D-9598-CFBFCD98D688}" type="sibTrans" cxnId="{50FCBBFB-80E4-4D70-B36E-6FDE80AEB36C}">
      <dgm:prSet/>
      <dgm:spPr/>
      <dgm:t>
        <a:bodyPr/>
        <a:lstStyle/>
        <a:p>
          <a:endParaRPr lang="en-US"/>
        </a:p>
      </dgm:t>
    </dgm:pt>
    <dgm:pt modelId="{EB2282C6-EE7C-4C1C-8117-0544070F1C2C}">
      <dgm:prSet/>
      <dgm:spPr/>
      <dgm:t>
        <a:bodyPr/>
        <a:lstStyle/>
        <a:p>
          <a:r>
            <a:rPr lang="en-US"/>
            <a:t>Phishing and social engineering draw on psychology, trust, and urgency </a:t>
          </a:r>
        </a:p>
      </dgm:t>
    </dgm:pt>
    <dgm:pt modelId="{0EBA5C79-3085-45F0-A2C0-8908EA4108FD}" type="parTrans" cxnId="{F74A2C5C-089F-4E37-B87E-6B19624008B1}">
      <dgm:prSet/>
      <dgm:spPr/>
      <dgm:t>
        <a:bodyPr/>
        <a:lstStyle/>
        <a:p>
          <a:endParaRPr lang="en-US"/>
        </a:p>
      </dgm:t>
    </dgm:pt>
    <dgm:pt modelId="{5D64F62D-5807-42E9-BB8B-DFA7ACA1A6F9}" type="sibTrans" cxnId="{F74A2C5C-089F-4E37-B87E-6B19624008B1}">
      <dgm:prSet/>
      <dgm:spPr/>
      <dgm:t>
        <a:bodyPr/>
        <a:lstStyle/>
        <a:p>
          <a:endParaRPr lang="en-US"/>
        </a:p>
      </dgm:t>
    </dgm:pt>
    <dgm:pt modelId="{99132CF8-26EB-4BF8-82F5-AA0E22B5A05E}">
      <dgm:prSet/>
      <dgm:spPr/>
      <dgm:t>
        <a:bodyPr/>
        <a:lstStyle/>
        <a:p>
          <a:r>
            <a:rPr lang="en-US"/>
            <a:t>Phishing created by AI makes works of a hacker more real and less visible </a:t>
          </a:r>
        </a:p>
      </dgm:t>
    </dgm:pt>
    <dgm:pt modelId="{14B71A3E-2F29-41E9-9E73-C8DA275E1915}" type="parTrans" cxnId="{E86092EF-1078-4E0A-A193-76C3224B2513}">
      <dgm:prSet/>
      <dgm:spPr/>
      <dgm:t>
        <a:bodyPr/>
        <a:lstStyle/>
        <a:p>
          <a:endParaRPr lang="en-US"/>
        </a:p>
      </dgm:t>
    </dgm:pt>
    <dgm:pt modelId="{2D683A39-F4F0-4587-9182-6BC4DFCAC6C6}" type="sibTrans" cxnId="{E86092EF-1078-4E0A-A193-76C3224B2513}">
      <dgm:prSet/>
      <dgm:spPr/>
      <dgm:t>
        <a:bodyPr/>
        <a:lstStyle/>
        <a:p>
          <a:endParaRPr lang="en-US"/>
        </a:p>
      </dgm:t>
    </dgm:pt>
    <dgm:pt modelId="{EE0CA0C4-F3F5-4864-87B8-E68EAD439961}">
      <dgm:prSet/>
      <dgm:spPr/>
      <dgm:t>
        <a:bodyPr/>
        <a:lstStyle/>
        <a:p>
          <a:r>
            <a:rPr lang="en-US"/>
            <a:t>Education and vigilance are very important for building up the resistance of users</a:t>
          </a:r>
        </a:p>
      </dgm:t>
    </dgm:pt>
    <dgm:pt modelId="{204DB91F-85E6-4629-A53D-4048BDD207D8}" type="parTrans" cxnId="{2C96C1FD-6017-43FF-B3AD-E16767FEB291}">
      <dgm:prSet/>
      <dgm:spPr/>
      <dgm:t>
        <a:bodyPr/>
        <a:lstStyle/>
        <a:p>
          <a:endParaRPr lang="en-US"/>
        </a:p>
      </dgm:t>
    </dgm:pt>
    <dgm:pt modelId="{20C6D477-E422-4754-A941-50100B43B7E2}" type="sibTrans" cxnId="{2C96C1FD-6017-43FF-B3AD-E16767FEB291}">
      <dgm:prSet/>
      <dgm:spPr/>
      <dgm:t>
        <a:bodyPr/>
        <a:lstStyle/>
        <a:p>
          <a:endParaRPr lang="en-US"/>
        </a:p>
      </dgm:t>
    </dgm:pt>
    <dgm:pt modelId="{0A1079EE-0E80-4C2E-8D4A-5F43AA1BF48D}" type="pres">
      <dgm:prSet presAssocID="{B3E49435-40B3-4CAF-87AD-1B7DFE51EF13}" presName="root" presStyleCnt="0">
        <dgm:presLayoutVars>
          <dgm:dir/>
          <dgm:resizeHandles val="exact"/>
        </dgm:presLayoutVars>
      </dgm:prSet>
      <dgm:spPr/>
    </dgm:pt>
    <dgm:pt modelId="{8C19A691-C5B7-423E-AF50-49FB138CF6CA}" type="pres">
      <dgm:prSet presAssocID="{B3E49435-40B3-4CAF-87AD-1B7DFE51EF13}" presName="container" presStyleCnt="0">
        <dgm:presLayoutVars>
          <dgm:dir/>
          <dgm:resizeHandles val="exact"/>
        </dgm:presLayoutVars>
      </dgm:prSet>
      <dgm:spPr/>
    </dgm:pt>
    <dgm:pt modelId="{D1C1D58D-41F3-4EC9-86A6-17636F97525D}" type="pres">
      <dgm:prSet presAssocID="{BCA6E5FB-45ED-4A1A-85B7-020B6620E6D0}" presName="compNode" presStyleCnt="0"/>
      <dgm:spPr/>
    </dgm:pt>
    <dgm:pt modelId="{1CA1AE97-2A59-4259-B703-6DD85CDF327C}" type="pres">
      <dgm:prSet presAssocID="{BCA6E5FB-45ED-4A1A-85B7-020B6620E6D0}" presName="iconBgRect" presStyleLbl="bgShp" presStyleIdx="0" presStyleCnt="4"/>
      <dgm:spPr/>
    </dgm:pt>
    <dgm:pt modelId="{2439A7D9-DD52-4238-85C0-63BFBF5EFCE1}" type="pres">
      <dgm:prSet presAssocID="{BCA6E5FB-45ED-4A1A-85B7-020B6620E6D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AB0F766-D025-4646-AC8C-70EDC7876421}" type="pres">
      <dgm:prSet presAssocID="{BCA6E5FB-45ED-4A1A-85B7-020B6620E6D0}" presName="spaceRect" presStyleCnt="0"/>
      <dgm:spPr/>
    </dgm:pt>
    <dgm:pt modelId="{5988CB6D-D5A0-492D-9435-8320EC378E29}" type="pres">
      <dgm:prSet presAssocID="{BCA6E5FB-45ED-4A1A-85B7-020B6620E6D0}" presName="textRect" presStyleLbl="revTx" presStyleIdx="0" presStyleCnt="4">
        <dgm:presLayoutVars>
          <dgm:chMax val="1"/>
          <dgm:chPref val="1"/>
        </dgm:presLayoutVars>
      </dgm:prSet>
      <dgm:spPr/>
    </dgm:pt>
    <dgm:pt modelId="{EE0647AF-32D4-4C68-94B3-B7731C77DC3B}" type="pres">
      <dgm:prSet presAssocID="{48629F04-D478-407D-9598-CFBFCD98D688}" presName="sibTrans" presStyleLbl="sibTrans2D1" presStyleIdx="0" presStyleCnt="0"/>
      <dgm:spPr/>
    </dgm:pt>
    <dgm:pt modelId="{EFAADAA3-1D8B-471A-8B70-6EAFF1DDF5E8}" type="pres">
      <dgm:prSet presAssocID="{EB2282C6-EE7C-4C1C-8117-0544070F1C2C}" presName="compNode" presStyleCnt="0"/>
      <dgm:spPr/>
    </dgm:pt>
    <dgm:pt modelId="{725147C4-06EA-4070-B956-A4924D385DA2}" type="pres">
      <dgm:prSet presAssocID="{EB2282C6-EE7C-4C1C-8117-0544070F1C2C}" presName="iconBgRect" presStyleLbl="bgShp" presStyleIdx="1" presStyleCnt="4"/>
      <dgm:spPr/>
    </dgm:pt>
    <dgm:pt modelId="{1B21BC02-E019-4489-9A4C-29298800C6A7}" type="pres">
      <dgm:prSet presAssocID="{EB2282C6-EE7C-4C1C-8117-0544070F1C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3A3AF12B-B9BA-4B78-B82D-F4E516DA3596}" type="pres">
      <dgm:prSet presAssocID="{EB2282C6-EE7C-4C1C-8117-0544070F1C2C}" presName="spaceRect" presStyleCnt="0"/>
      <dgm:spPr/>
    </dgm:pt>
    <dgm:pt modelId="{C04AD400-A2B9-4389-A036-1209A13AD806}" type="pres">
      <dgm:prSet presAssocID="{EB2282C6-EE7C-4C1C-8117-0544070F1C2C}" presName="textRect" presStyleLbl="revTx" presStyleIdx="1" presStyleCnt="4">
        <dgm:presLayoutVars>
          <dgm:chMax val="1"/>
          <dgm:chPref val="1"/>
        </dgm:presLayoutVars>
      </dgm:prSet>
      <dgm:spPr/>
    </dgm:pt>
    <dgm:pt modelId="{DA3D38B1-5B09-498A-9286-896838CDE7A4}" type="pres">
      <dgm:prSet presAssocID="{5D64F62D-5807-42E9-BB8B-DFA7ACA1A6F9}" presName="sibTrans" presStyleLbl="sibTrans2D1" presStyleIdx="0" presStyleCnt="0"/>
      <dgm:spPr/>
    </dgm:pt>
    <dgm:pt modelId="{664D6F98-8643-44BD-9CAE-A77613952350}" type="pres">
      <dgm:prSet presAssocID="{99132CF8-26EB-4BF8-82F5-AA0E22B5A05E}" presName="compNode" presStyleCnt="0"/>
      <dgm:spPr/>
    </dgm:pt>
    <dgm:pt modelId="{43A7DF9B-BCB3-435C-9BE0-FE5B776CAF1F}" type="pres">
      <dgm:prSet presAssocID="{99132CF8-26EB-4BF8-82F5-AA0E22B5A05E}" presName="iconBgRect" presStyleLbl="bgShp" presStyleIdx="2" presStyleCnt="4"/>
      <dgm:spPr/>
    </dgm:pt>
    <dgm:pt modelId="{6680F455-1F4F-4885-BF9C-3F3A79D65055}" type="pres">
      <dgm:prSet presAssocID="{99132CF8-26EB-4BF8-82F5-AA0E22B5A05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6A08FAC-8CB3-4F97-B773-43A78D549541}" type="pres">
      <dgm:prSet presAssocID="{99132CF8-26EB-4BF8-82F5-AA0E22B5A05E}" presName="spaceRect" presStyleCnt="0"/>
      <dgm:spPr/>
    </dgm:pt>
    <dgm:pt modelId="{55CAFD4F-EAE2-4634-8732-2CB20B9255F3}" type="pres">
      <dgm:prSet presAssocID="{99132CF8-26EB-4BF8-82F5-AA0E22B5A05E}" presName="textRect" presStyleLbl="revTx" presStyleIdx="2" presStyleCnt="4">
        <dgm:presLayoutVars>
          <dgm:chMax val="1"/>
          <dgm:chPref val="1"/>
        </dgm:presLayoutVars>
      </dgm:prSet>
      <dgm:spPr/>
    </dgm:pt>
    <dgm:pt modelId="{08AD95B3-97C1-4517-A913-C10321A7E1A9}" type="pres">
      <dgm:prSet presAssocID="{2D683A39-F4F0-4587-9182-6BC4DFCAC6C6}" presName="sibTrans" presStyleLbl="sibTrans2D1" presStyleIdx="0" presStyleCnt="0"/>
      <dgm:spPr/>
    </dgm:pt>
    <dgm:pt modelId="{43D8343F-3A13-49F7-ADC8-2AE816865A11}" type="pres">
      <dgm:prSet presAssocID="{EE0CA0C4-F3F5-4864-87B8-E68EAD439961}" presName="compNode" presStyleCnt="0"/>
      <dgm:spPr/>
    </dgm:pt>
    <dgm:pt modelId="{19D0E296-34E9-405B-8C6C-076FC643622C}" type="pres">
      <dgm:prSet presAssocID="{EE0CA0C4-F3F5-4864-87B8-E68EAD439961}" presName="iconBgRect" presStyleLbl="bgShp" presStyleIdx="3" presStyleCnt="4"/>
      <dgm:spPr/>
    </dgm:pt>
    <dgm:pt modelId="{E9EBB129-E681-4671-AD84-F9874980795D}" type="pres">
      <dgm:prSet presAssocID="{EE0CA0C4-F3F5-4864-87B8-E68EAD4399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1C97BA5-5E05-42DA-BF42-A74FD315BD05}" type="pres">
      <dgm:prSet presAssocID="{EE0CA0C4-F3F5-4864-87B8-E68EAD439961}" presName="spaceRect" presStyleCnt="0"/>
      <dgm:spPr/>
    </dgm:pt>
    <dgm:pt modelId="{FA9E879C-EC68-4716-B5CF-C284FC9F21A6}" type="pres">
      <dgm:prSet presAssocID="{EE0CA0C4-F3F5-4864-87B8-E68EAD4399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6D8200-BD23-461B-B8CC-7DFFDD7820EF}" type="presOf" srcId="{EB2282C6-EE7C-4C1C-8117-0544070F1C2C}" destId="{C04AD400-A2B9-4389-A036-1209A13AD806}" srcOrd="0" destOrd="0" presId="urn:microsoft.com/office/officeart/2018/2/layout/IconCircleList"/>
    <dgm:cxn modelId="{BEABA416-F98A-429B-95A2-2D79375910FD}" type="presOf" srcId="{B3E49435-40B3-4CAF-87AD-1B7DFE51EF13}" destId="{0A1079EE-0E80-4C2E-8D4A-5F43AA1BF48D}" srcOrd="0" destOrd="0" presId="urn:microsoft.com/office/officeart/2018/2/layout/IconCircleList"/>
    <dgm:cxn modelId="{23216220-8015-43AE-871B-788F7587B4E5}" type="presOf" srcId="{48629F04-D478-407D-9598-CFBFCD98D688}" destId="{EE0647AF-32D4-4C68-94B3-B7731C77DC3B}" srcOrd="0" destOrd="0" presId="urn:microsoft.com/office/officeart/2018/2/layout/IconCircleList"/>
    <dgm:cxn modelId="{D1FBFC23-7927-43A7-B93E-87DBDFC8605A}" type="presOf" srcId="{99132CF8-26EB-4BF8-82F5-AA0E22B5A05E}" destId="{55CAFD4F-EAE2-4634-8732-2CB20B9255F3}" srcOrd="0" destOrd="0" presId="urn:microsoft.com/office/officeart/2018/2/layout/IconCircleList"/>
    <dgm:cxn modelId="{F74A2C5C-089F-4E37-B87E-6B19624008B1}" srcId="{B3E49435-40B3-4CAF-87AD-1B7DFE51EF13}" destId="{EB2282C6-EE7C-4C1C-8117-0544070F1C2C}" srcOrd="1" destOrd="0" parTransId="{0EBA5C79-3085-45F0-A2C0-8908EA4108FD}" sibTransId="{5D64F62D-5807-42E9-BB8B-DFA7ACA1A6F9}"/>
    <dgm:cxn modelId="{B6CC9389-7A35-42B1-B89F-C41A96A0497B}" type="presOf" srcId="{BCA6E5FB-45ED-4A1A-85B7-020B6620E6D0}" destId="{5988CB6D-D5A0-492D-9435-8320EC378E29}" srcOrd="0" destOrd="0" presId="urn:microsoft.com/office/officeart/2018/2/layout/IconCircleList"/>
    <dgm:cxn modelId="{0B6450AD-B539-4C80-A8CA-DC5C392F833E}" type="presOf" srcId="{EE0CA0C4-F3F5-4864-87B8-E68EAD439961}" destId="{FA9E879C-EC68-4716-B5CF-C284FC9F21A6}" srcOrd="0" destOrd="0" presId="urn:microsoft.com/office/officeart/2018/2/layout/IconCircleList"/>
    <dgm:cxn modelId="{4F977CC5-D301-4754-AEFA-3493C6FA8371}" type="presOf" srcId="{5D64F62D-5807-42E9-BB8B-DFA7ACA1A6F9}" destId="{DA3D38B1-5B09-498A-9286-896838CDE7A4}" srcOrd="0" destOrd="0" presId="urn:microsoft.com/office/officeart/2018/2/layout/IconCircleList"/>
    <dgm:cxn modelId="{D23749D0-A814-4B7E-BD37-4F2BF551BEB2}" type="presOf" srcId="{2D683A39-F4F0-4587-9182-6BC4DFCAC6C6}" destId="{08AD95B3-97C1-4517-A913-C10321A7E1A9}" srcOrd="0" destOrd="0" presId="urn:microsoft.com/office/officeart/2018/2/layout/IconCircleList"/>
    <dgm:cxn modelId="{E86092EF-1078-4E0A-A193-76C3224B2513}" srcId="{B3E49435-40B3-4CAF-87AD-1B7DFE51EF13}" destId="{99132CF8-26EB-4BF8-82F5-AA0E22B5A05E}" srcOrd="2" destOrd="0" parTransId="{14B71A3E-2F29-41E9-9E73-C8DA275E1915}" sibTransId="{2D683A39-F4F0-4587-9182-6BC4DFCAC6C6}"/>
    <dgm:cxn modelId="{50FCBBFB-80E4-4D70-B36E-6FDE80AEB36C}" srcId="{B3E49435-40B3-4CAF-87AD-1B7DFE51EF13}" destId="{BCA6E5FB-45ED-4A1A-85B7-020B6620E6D0}" srcOrd="0" destOrd="0" parTransId="{A33702BC-85D1-4EBC-BB50-0A8CD0E57AA1}" sibTransId="{48629F04-D478-407D-9598-CFBFCD98D688}"/>
    <dgm:cxn modelId="{2C96C1FD-6017-43FF-B3AD-E16767FEB291}" srcId="{B3E49435-40B3-4CAF-87AD-1B7DFE51EF13}" destId="{EE0CA0C4-F3F5-4864-87B8-E68EAD439961}" srcOrd="3" destOrd="0" parTransId="{204DB91F-85E6-4629-A53D-4048BDD207D8}" sibTransId="{20C6D477-E422-4754-A941-50100B43B7E2}"/>
    <dgm:cxn modelId="{08C2BC81-C80F-4B5D-AFD1-85232BE27CBB}" type="presParOf" srcId="{0A1079EE-0E80-4C2E-8D4A-5F43AA1BF48D}" destId="{8C19A691-C5B7-423E-AF50-49FB138CF6CA}" srcOrd="0" destOrd="0" presId="urn:microsoft.com/office/officeart/2018/2/layout/IconCircleList"/>
    <dgm:cxn modelId="{826190AA-D0AC-4B15-AACD-C59A5B1D224E}" type="presParOf" srcId="{8C19A691-C5B7-423E-AF50-49FB138CF6CA}" destId="{D1C1D58D-41F3-4EC9-86A6-17636F97525D}" srcOrd="0" destOrd="0" presId="urn:microsoft.com/office/officeart/2018/2/layout/IconCircleList"/>
    <dgm:cxn modelId="{829FC35B-1E90-4421-A02E-9FE943F134C8}" type="presParOf" srcId="{D1C1D58D-41F3-4EC9-86A6-17636F97525D}" destId="{1CA1AE97-2A59-4259-B703-6DD85CDF327C}" srcOrd="0" destOrd="0" presId="urn:microsoft.com/office/officeart/2018/2/layout/IconCircleList"/>
    <dgm:cxn modelId="{9748B0D8-B9C5-4166-901C-490326559324}" type="presParOf" srcId="{D1C1D58D-41F3-4EC9-86A6-17636F97525D}" destId="{2439A7D9-DD52-4238-85C0-63BFBF5EFCE1}" srcOrd="1" destOrd="0" presId="urn:microsoft.com/office/officeart/2018/2/layout/IconCircleList"/>
    <dgm:cxn modelId="{CB13E69A-9B83-442F-A8A9-313AF419D77D}" type="presParOf" srcId="{D1C1D58D-41F3-4EC9-86A6-17636F97525D}" destId="{7AB0F766-D025-4646-AC8C-70EDC7876421}" srcOrd="2" destOrd="0" presId="urn:microsoft.com/office/officeart/2018/2/layout/IconCircleList"/>
    <dgm:cxn modelId="{199581C8-A965-4F7A-B834-0C4E0EBAFD49}" type="presParOf" srcId="{D1C1D58D-41F3-4EC9-86A6-17636F97525D}" destId="{5988CB6D-D5A0-492D-9435-8320EC378E29}" srcOrd="3" destOrd="0" presId="urn:microsoft.com/office/officeart/2018/2/layout/IconCircleList"/>
    <dgm:cxn modelId="{D1EBAE66-AB69-45B5-A695-AEC91439AF97}" type="presParOf" srcId="{8C19A691-C5B7-423E-AF50-49FB138CF6CA}" destId="{EE0647AF-32D4-4C68-94B3-B7731C77DC3B}" srcOrd="1" destOrd="0" presId="urn:microsoft.com/office/officeart/2018/2/layout/IconCircleList"/>
    <dgm:cxn modelId="{A00C7F6D-3BE9-455F-B5C2-39F7FE78ACE1}" type="presParOf" srcId="{8C19A691-C5B7-423E-AF50-49FB138CF6CA}" destId="{EFAADAA3-1D8B-471A-8B70-6EAFF1DDF5E8}" srcOrd="2" destOrd="0" presId="urn:microsoft.com/office/officeart/2018/2/layout/IconCircleList"/>
    <dgm:cxn modelId="{45CF35C5-29DB-457E-A9DB-36BC218ABD3F}" type="presParOf" srcId="{EFAADAA3-1D8B-471A-8B70-6EAFF1DDF5E8}" destId="{725147C4-06EA-4070-B956-A4924D385DA2}" srcOrd="0" destOrd="0" presId="urn:microsoft.com/office/officeart/2018/2/layout/IconCircleList"/>
    <dgm:cxn modelId="{7F61D826-3BFD-4BC9-9A20-15945F941175}" type="presParOf" srcId="{EFAADAA3-1D8B-471A-8B70-6EAFF1DDF5E8}" destId="{1B21BC02-E019-4489-9A4C-29298800C6A7}" srcOrd="1" destOrd="0" presId="urn:microsoft.com/office/officeart/2018/2/layout/IconCircleList"/>
    <dgm:cxn modelId="{93A6A5F2-7DE3-43B3-A118-ABC441E02752}" type="presParOf" srcId="{EFAADAA3-1D8B-471A-8B70-6EAFF1DDF5E8}" destId="{3A3AF12B-B9BA-4B78-B82D-F4E516DA3596}" srcOrd="2" destOrd="0" presId="urn:microsoft.com/office/officeart/2018/2/layout/IconCircleList"/>
    <dgm:cxn modelId="{B4E42CD2-05FB-41D9-A8EF-29BCE6CB5A97}" type="presParOf" srcId="{EFAADAA3-1D8B-471A-8B70-6EAFF1DDF5E8}" destId="{C04AD400-A2B9-4389-A036-1209A13AD806}" srcOrd="3" destOrd="0" presId="urn:microsoft.com/office/officeart/2018/2/layout/IconCircleList"/>
    <dgm:cxn modelId="{034EB371-BAD1-4CF9-8315-111EE460F658}" type="presParOf" srcId="{8C19A691-C5B7-423E-AF50-49FB138CF6CA}" destId="{DA3D38B1-5B09-498A-9286-896838CDE7A4}" srcOrd="3" destOrd="0" presId="urn:microsoft.com/office/officeart/2018/2/layout/IconCircleList"/>
    <dgm:cxn modelId="{03221C44-E2CF-4522-BFAD-45BD0AB05A5E}" type="presParOf" srcId="{8C19A691-C5B7-423E-AF50-49FB138CF6CA}" destId="{664D6F98-8643-44BD-9CAE-A77613952350}" srcOrd="4" destOrd="0" presId="urn:microsoft.com/office/officeart/2018/2/layout/IconCircleList"/>
    <dgm:cxn modelId="{8DEC9E01-01B9-4904-B31B-2428E10E2ECF}" type="presParOf" srcId="{664D6F98-8643-44BD-9CAE-A77613952350}" destId="{43A7DF9B-BCB3-435C-9BE0-FE5B776CAF1F}" srcOrd="0" destOrd="0" presId="urn:microsoft.com/office/officeart/2018/2/layout/IconCircleList"/>
    <dgm:cxn modelId="{C4C637C3-FF90-4047-A3AF-CB6046AE76C9}" type="presParOf" srcId="{664D6F98-8643-44BD-9CAE-A77613952350}" destId="{6680F455-1F4F-4885-BF9C-3F3A79D65055}" srcOrd="1" destOrd="0" presId="urn:microsoft.com/office/officeart/2018/2/layout/IconCircleList"/>
    <dgm:cxn modelId="{7CD185B2-19CD-4D41-B3A6-BE6EC930E80E}" type="presParOf" srcId="{664D6F98-8643-44BD-9CAE-A77613952350}" destId="{16A08FAC-8CB3-4F97-B773-43A78D549541}" srcOrd="2" destOrd="0" presId="urn:microsoft.com/office/officeart/2018/2/layout/IconCircleList"/>
    <dgm:cxn modelId="{EEBE7B37-2E55-49D9-A75D-A4356E2924A3}" type="presParOf" srcId="{664D6F98-8643-44BD-9CAE-A77613952350}" destId="{55CAFD4F-EAE2-4634-8732-2CB20B9255F3}" srcOrd="3" destOrd="0" presId="urn:microsoft.com/office/officeart/2018/2/layout/IconCircleList"/>
    <dgm:cxn modelId="{0196C520-8066-4DAC-AD6C-85DDA8E69EC1}" type="presParOf" srcId="{8C19A691-C5B7-423E-AF50-49FB138CF6CA}" destId="{08AD95B3-97C1-4517-A913-C10321A7E1A9}" srcOrd="5" destOrd="0" presId="urn:microsoft.com/office/officeart/2018/2/layout/IconCircleList"/>
    <dgm:cxn modelId="{D29DC19B-948E-49EF-8479-70FCAE7AC032}" type="presParOf" srcId="{8C19A691-C5B7-423E-AF50-49FB138CF6CA}" destId="{43D8343F-3A13-49F7-ADC8-2AE816865A11}" srcOrd="6" destOrd="0" presId="urn:microsoft.com/office/officeart/2018/2/layout/IconCircleList"/>
    <dgm:cxn modelId="{251C8584-5CB2-4DC7-A421-304EFB6866F1}" type="presParOf" srcId="{43D8343F-3A13-49F7-ADC8-2AE816865A11}" destId="{19D0E296-34E9-405B-8C6C-076FC643622C}" srcOrd="0" destOrd="0" presId="urn:microsoft.com/office/officeart/2018/2/layout/IconCircleList"/>
    <dgm:cxn modelId="{E5CEFFA7-0C31-43B0-9513-AC436F6BA81B}" type="presParOf" srcId="{43D8343F-3A13-49F7-ADC8-2AE816865A11}" destId="{E9EBB129-E681-4671-AD84-F9874980795D}" srcOrd="1" destOrd="0" presId="urn:microsoft.com/office/officeart/2018/2/layout/IconCircleList"/>
    <dgm:cxn modelId="{F33EB8D4-448D-4B86-A94F-806A3A68BC16}" type="presParOf" srcId="{43D8343F-3A13-49F7-ADC8-2AE816865A11}" destId="{11C97BA5-5E05-42DA-BF42-A74FD315BD05}" srcOrd="2" destOrd="0" presId="urn:microsoft.com/office/officeart/2018/2/layout/IconCircleList"/>
    <dgm:cxn modelId="{1029D739-2052-4037-8399-9BADBA0EF929}" type="presParOf" srcId="{43D8343F-3A13-49F7-ADC8-2AE816865A11}" destId="{FA9E879C-EC68-4716-B5CF-C284FC9F21A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5A0005-F379-4973-9B2C-82E6DE85D328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3A80CA9-CDF1-4010-B899-D65AC587AC4B}">
      <dgm:prSet/>
      <dgm:spPr/>
      <dgm:t>
        <a:bodyPr/>
        <a:lstStyle/>
        <a:p>
          <a:r>
            <a:rPr lang="en-US"/>
            <a:t>Training enhances knowledge, yet retention decreases gradually</a:t>
          </a:r>
        </a:p>
      </dgm:t>
    </dgm:pt>
    <dgm:pt modelId="{2670A690-0740-47CE-92C3-4F79B4D17EE9}" type="parTrans" cxnId="{9E1C082E-2F6B-494F-915B-9161566F28D5}">
      <dgm:prSet/>
      <dgm:spPr/>
      <dgm:t>
        <a:bodyPr/>
        <a:lstStyle/>
        <a:p>
          <a:endParaRPr lang="en-US"/>
        </a:p>
      </dgm:t>
    </dgm:pt>
    <dgm:pt modelId="{263900AC-E598-44FD-8241-472B1F094605}" type="sibTrans" cxnId="{9E1C082E-2F6B-494F-915B-9161566F28D5}">
      <dgm:prSet/>
      <dgm:spPr/>
      <dgm:t>
        <a:bodyPr/>
        <a:lstStyle/>
        <a:p>
          <a:endParaRPr lang="en-US"/>
        </a:p>
      </dgm:t>
    </dgm:pt>
    <dgm:pt modelId="{A6EB7557-13FB-4220-85FF-B4438C7F8519}">
      <dgm:prSet/>
      <dgm:spPr/>
      <dgm:t>
        <a:bodyPr/>
        <a:lstStyle/>
        <a:p>
          <a:r>
            <a:rPr lang="en-US"/>
            <a:t>A majority of researches do not evaluate the real-world office scenario</a:t>
          </a:r>
        </a:p>
      </dgm:t>
    </dgm:pt>
    <dgm:pt modelId="{24EEC552-C090-4FAE-85D4-0A7004720FB8}" type="parTrans" cxnId="{2F2E4A48-8BA6-4DC5-BDFB-C02855B5E9AA}">
      <dgm:prSet/>
      <dgm:spPr/>
      <dgm:t>
        <a:bodyPr/>
        <a:lstStyle/>
        <a:p>
          <a:endParaRPr lang="en-US"/>
        </a:p>
      </dgm:t>
    </dgm:pt>
    <dgm:pt modelId="{E88FCFAE-059C-439A-B0B1-3CF449B42304}" type="sibTrans" cxnId="{2F2E4A48-8BA6-4DC5-BDFB-C02855B5E9AA}">
      <dgm:prSet/>
      <dgm:spPr/>
      <dgm:t>
        <a:bodyPr/>
        <a:lstStyle/>
        <a:p>
          <a:endParaRPr lang="en-US"/>
        </a:p>
      </dgm:t>
    </dgm:pt>
    <dgm:pt modelId="{B3DB213F-48D3-4994-B79C-65ED5629D0EC}">
      <dgm:prSet/>
      <dgm:spPr/>
      <dgm:t>
        <a:bodyPr/>
        <a:lstStyle/>
        <a:p>
          <a:r>
            <a:rPr lang="en-US"/>
            <a:t>Participation and interaction have an enormous impact on the results</a:t>
          </a:r>
        </a:p>
      </dgm:t>
    </dgm:pt>
    <dgm:pt modelId="{62EC18CF-DB42-451C-B11C-8EA48552E0E6}" type="parTrans" cxnId="{4E700086-D4D4-42AE-8EEE-2C3610A85CB7}">
      <dgm:prSet/>
      <dgm:spPr/>
      <dgm:t>
        <a:bodyPr/>
        <a:lstStyle/>
        <a:p>
          <a:endParaRPr lang="en-US"/>
        </a:p>
      </dgm:t>
    </dgm:pt>
    <dgm:pt modelId="{1FAE9674-11CF-48DA-B98E-9CD8900625EE}" type="sibTrans" cxnId="{4E700086-D4D4-42AE-8EEE-2C3610A85CB7}">
      <dgm:prSet/>
      <dgm:spPr/>
      <dgm:t>
        <a:bodyPr/>
        <a:lstStyle/>
        <a:p>
          <a:endParaRPr lang="en-US"/>
        </a:p>
      </dgm:t>
    </dgm:pt>
    <dgm:pt modelId="{C1D5186E-5071-49BC-A562-19E747FA154D}">
      <dgm:prSet/>
      <dgm:spPr/>
      <dgm:t>
        <a:bodyPr/>
        <a:lstStyle/>
        <a:p>
          <a:r>
            <a:rPr lang="en-US"/>
            <a:t>Just technical protections are not enough, the human aspect is important</a:t>
          </a:r>
        </a:p>
      </dgm:t>
    </dgm:pt>
    <dgm:pt modelId="{4DFB5D65-382D-43EE-8F4B-7B293DBF6D9B}" type="parTrans" cxnId="{8E4F67AE-FCB6-4511-B62A-AE6744B0209D}">
      <dgm:prSet/>
      <dgm:spPr/>
      <dgm:t>
        <a:bodyPr/>
        <a:lstStyle/>
        <a:p>
          <a:endParaRPr lang="en-US"/>
        </a:p>
      </dgm:t>
    </dgm:pt>
    <dgm:pt modelId="{ABDD437F-0692-41F6-803A-FD18784662F7}" type="sibTrans" cxnId="{8E4F67AE-FCB6-4511-B62A-AE6744B0209D}">
      <dgm:prSet/>
      <dgm:spPr/>
      <dgm:t>
        <a:bodyPr/>
        <a:lstStyle/>
        <a:p>
          <a:endParaRPr lang="en-US"/>
        </a:p>
      </dgm:t>
    </dgm:pt>
    <dgm:pt modelId="{A1B84DD9-ECB1-A849-A961-EB976667073F}" type="pres">
      <dgm:prSet presAssocID="{D35A0005-F379-4973-9B2C-82E6DE85D328}" presName="linear" presStyleCnt="0">
        <dgm:presLayoutVars>
          <dgm:animLvl val="lvl"/>
          <dgm:resizeHandles val="exact"/>
        </dgm:presLayoutVars>
      </dgm:prSet>
      <dgm:spPr/>
    </dgm:pt>
    <dgm:pt modelId="{5F7C093A-8952-DF44-A31B-CF0666CC7659}" type="pres">
      <dgm:prSet presAssocID="{73A80CA9-CDF1-4010-B899-D65AC587AC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5968AC-983E-5345-B8EE-1154D894224D}" type="pres">
      <dgm:prSet presAssocID="{263900AC-E598-44FD-8241-472B1F094605}" presName="spacer" presStyleCnt="0"/>
      <dgm:spPr/>
    </dgm:pt>
    <dgm:pt modelId="{C0427545-2EBF-9548-85FD-F2B3A3F599E2}" type="pres">
      <dgm:prSet presAssocID="{A6EB7557-13FB-4220-85FF-B4438C7F85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22C6AD-6AAD-8043-949E-DFA07056607B}" type="pres">
      <dgm:prSet presAssocID="{E88FCFAE-059C-439A-B0B1-3CF449B42304}" presName="spacer" presStyleCnt="0"/>
      <dgm:spPr/>
    </dgm:pt>
    <dgm:pt modelId="{A07FD49A-6A66-B349-AC61-3729CEEB0045}" type="pres">
      <dgm:prSet presAssocID="{B3DB213F-48D3-4994-B79C-65ED5629D0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67F8A8-0297-DF43-B5FE-A80404735170}" type="pres">
      <dgm:prSet presAssocID="{1FAE9674-11CF-48DA-B98E-9CD8900625EE}" presName="spacer" presStyleCnt="0"/>
      <dgm:spPr/>
    </dgm:pt>
    <dgm:pt modelId="{ED7DF38B-7D08-1645-8B56-0A1D3047D975}" type="pres">
      <dgm:prSet presAssocID="{C1D5186E-5071-49BC-A562-19E747FA154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1C082E-2F6B-494F-915B-9161566F28D5}" srcId="{D35A0005-F379-4973-9B2C-82E6DE85D328}" destId="{73A80CA9-CDF1-4010-B899-D65AC587AC4B}" srcOrd="0" destOrd="0" parTransId="{2670A690-0740-47CE-92C3-4F79B4D17EE9}" sibTransId="{263900AC-E598-44FD-8241-472B1F094605}"/>
    <dgm:cxn modelId="{2F2E4A48-8BA6-4DC5-BDFB-C02855B5E9AA}" srcId="{D35A0005-F379-4973-9B2C-82E6DE85D328}" destId="{A6EB7557-13FB-4220-85FF-B4438C7F8519}" srcOrd="1" destOrd="0" parTransId="{24EEC552-C090-4FAE-85D4-0A7004720FB8}" sibTransId="{E88FCFAE-059C-439A-B0B1-3CF449B42304}"/>
    <dgm:cxn modelId="{CAA1C672-09E3-8642-BC19-6A49198352FD}" type="presOf" srcId="{D35A0005-F379-4973-9B2C-82E6DE85D328}" destId="{A1B84DD9-ECB1-A849-A961-EB976667073F}" srcOrd="0" destOrd="0" presId="urn:microsoft.com/office/officeart/2005/8/layout/vList2"/>
    <dgm:cxn modelId="{4E700086-D4D4-42AE-8EEE-2C3610A85CB7}" srcId="{D35A0005-F379-4973-9B2C-82E6DE85D328}" destId="{B3DB213F-48D3-4994-B79C-65ED5629D0EC}" srcOrd="2" destOrd="0" parTransId="{62EC18CF-DB42-451C-B11C-8EA48552E0E6}" sibTransId="{1FAE9674-11CF-48DA-B98E-9CD8900625EE}"/>
    <dgm:cxn modelId="{BB930392-BF90-A043-A598-4DFE8104BC77}" type="presOf" srcId="{B3DB213F-48D3-4994-B79C-65ED5629D0EC}" destId="{A07FD49A-6A66-B349-AC61-3729CEEB0045}" srcOrd="0" destOrd="0" presId="urn:microsoft.com/office/officeart/2005/8/layout/vList2"/>
    <dgm:cxn modelId="{8E4F67AE-FCB6-4511-B62A-AE6744B0209D}" srcId="{D35A0005-F379-4973-9B2C-82E6DE85D328}" destId="{C1D5186E-5071-49BC-A562-19E747FA154D}" srcOrd="3" destOrd="0" parTransId="{4DFB5D65-382D-43EE-8F4B-7B293DBF6D9B}" sibTransId="{ABDD437F-0692-41F6-803A-FD18784662F7}"/>
    <dgm:cxn modelId="{D83C27BF-4A94-584F-B517-5E3BE21E46B5}" type="presOf" srcId="{C1D5186E-5071-49BC-A562-19E747FA154D}" destId="{ED7DF38B-7D08-1645-8B56-0A1D3047D975}" srcOrd="0" destOrd="0" presId="urn:microsoft.com/office/officeart/2005/8/layout/vList2"/>
    <dgm:cxn modelId="{DF25CDC2-12A2-0645-A5A3-4A65D6686E86}" type="presOf" srcId="{73A80CA9-CDF1-4010-B899-D65AC587AC4B}" destId="{5F7C093A-8952-DF44-A31B-CF0666CC7659}" srcOrd="0" destOrd="0" presId="urn:microsoft.com/office/officeart/2005/8/layout/vList2"/>
    <dgm:cxn modelId="{3879F5EE-A7DC-F34F-8F66-B7AFFF0134D7}" type="presOf" srcId="{A6EB7557-13FB-4220-85FF-B4438C7F8519}" destId="{C0427545-2EBF-9548-85FD-F2B3A3F599E2}" srcOrd="0" destOrd="0" presId="urn:microsoft.com/office/officeart/2005/8/layout/vList2"/>
    <dgm:cxn modelId="{47184447-6877-5E4C-8ABA-723255B3B199}" type="presParOf" srcId="{A1B84DD9-ECB1-A849-A961-EB976667073F}" destId="{5F7C093A-8952-DF44-A31B-CF0666CC7659}" srcOrd="0" destOrd="0" presId="urn:microsoft.com/office/officeart/2005/8/layout/vList2"/>
    <dgm:cxn modelId="{BDD4EE80-527A-0344-98FE-AFFBC818C921}" type="presParOf" srcId="{A1B84DD9-ECB1-A849-A961-EB976667073F}" destId="{1B5968AC-983E-5345-B8EE-1154D894224D}" srcOrd="1" destOrd="0" presId="urn:microsoft.com/office/officeart/2005/8/layout/vList2"/>
    <dgm:cxn modelId="{EF3A6704-9B18-5643-9AAD-F171AE847A80}" type="presParOf" srcId="{A1B84DD9-ECB1-A849-A961-EB976667073F}" destId="{C0427545-2EBF-9548-85FD-F2B3A3F599E2}" srcOrd="2" destOrd="0" presId="urn:microsoft.com/office/officeart/2005/8/layout/vList2"/>
    <dgm:cxn modelId="{FFA41E21-8C9A-2E4C-A72D-61B0FAC7B250}" type="presParOf" srcId="{A1B84DD9-ECB1-A849-A961-EB976667073F}" destId="{7022C6AD-6AAD-8043-949E-DFA07056607B}" srcOrd="3" destOrd="0" presId="urn:microsoft.com/office/officeart/2005/8/layout/vList2"/>
    <dgm:cxn modelId="{C77CE362-FDB1-D749-A574-CEA93DF4460F}" type="presParOf" srcId="{A1B84DD9-ECB1-A849-A961-EB976667073F}" destId="{A07FD49A-6A66-B349-AC61-3729CEEB0045}" srcOrd="4" destOrd="0" presId="urn:microsoft.com/office/officeart/2005/8/layout/vList2"/>
    <dgm:cxn modelId="{C0F600C3-5C12-564E-A7EB-232DFA352BD9}" type="presParOf" srcId="{A1B84DD9-ECB1-A849-A961-EB976667073F}" destId="{F867F8A8-0297-DF43-B5FE-A80404735170}" srcOrd="5" destOrd="0" presId="urn:microsoft.com/office/officeart/2005/8/layout/vList2"/>
    <dgm:cxn modelId="{FEA39E14-E71D-A340-ADDD-A3792D549DEC}" type="presParOf" srcId="{A1B84DD9-ECB1-A849-A961-EB976667073F}" destId="{ED7DF38B-7D08-1645-8B56-0A1D3047D9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47F58F-071D-4C0A-A127-44C6EBE13C6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9E591BC-9B2F-4012-B5B2-9BBB662472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Research indicates that there is only marginal improvement after 6-8 months.</a:t>
          </a:r>
        </a:p>
      </dgm:t>
    </dgm:pt>
    <dgm:pt modelId="{295F16B0-359C-4E34-B5EB-E0A26D980758}" type="parTrans" cxnId="{3D1DC9AD-5F0E-47C0-A171-EAB84ABA41B7}">
      <dgm:prSet/>
      <dgm:spPr/>
      <dgm:t>
        <a:bodyPr/>
        <a:lstStyle/>
        <a:p>
          <a:endParaRPr lang="en-US"/>
        </a:p>
      </dgm:t>
    </dgm:pt>
    <dgm:pt modelId="{BF69C6C6-CFDF-4B00-ACFC-BCEF0BE2441C}" type="sibTrans" cxnId="{3D1DC9AD-5F0E-47C0-A171-EAB84ABA41B7}">
      <dgm:prSet/>
      <dgm:spPr/>
      <dgm:t>
        <a:bodyPr/>
        <a:lstStyle/>
        <a:p>
          <a:endParaRPr lang="en-US"/>
        </a:p>
      </dgm:t>
    </dgm:pt>
    <dgm:pt modelId="{4573DAB8-C6F8-435A-9293-DDA326CD1A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 is a tendency of employees to avoid or cover compulsory modules.</a:t>
          </a:r>
        </a:p>
      </dgm:t>
    </dgm:pt>
    <dgm:pt modelId="{47B7A3E0-E62A-4DDF-8076-7AAB1CB44D77}" type="parTrans" cxnId="{ACD6D7DC-22D0-4E51-9305-5714DD10D19B}">
      <dgm:prSet/>
      <dgm:spPr/>
      <dgm:t>
        <a:bodyPr/>
        <a:lstStyle/>
        <a:p>
          <a:endParaRPr lang="en-US"/>
        </a:p>
      </dgm:t>
    </dgm:pt>
    <dgm:pt modelId="{0A9D1889-EC65-41D5-ADAE-9C0EBBBF0974}" type="sibTrans" cxnId="{ACD6D7DC-22D0-4E51-9305-5714DD10D19B}">
      <dgm:prSet/>
      <dgm:spPr/>
      <dgm:t>
        <a:bodyPr/>
        <a:lstStyle/>
        <a:p>
          <a:endParaRPr lang="en-US"/>
        </a:p>
      </dgm:t>
    </dgm:pt>
    <dgm:pt modelId="{CB0694C3-1839-429D-A60B-BC408622A5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Active involvement - heightened level of detection.</a:t>
          </a:r>
        </a:p>
      </dgm:t>
    </dgm:pt>
    <dgm:pt modelId="{0182A44A-2429-4C16-9E35-F0530533FF52}" type="parTrans" cxnId="{232176A2-A8F9-4C43-A387-2D08E9146BC5}">
      <dgm:prSet/>
      <dgm:spPr/>
      <dgm:t>
        <a:bodyPr/>
        <a:lstStyle/>
        <a:p>
          <a:endParaRPr lang="en-US"/>
        </a:p>
      </dgm:t>
    </dgm:pt>
    <dgm:pt modelId="{A83B08B3-0B68-4EE7-9E30-F73C7964F8B0}" type="sibTrans" cxnId="{232176A2-A8F9-4C43-A387-2D08E9146BC5}">
      <dgm:prSet/>
      <dgm:spPr/>
      <dgm:t>
        <a:bodyPr/>
        <a:lstStyle/>
        <a:p>
          <a:endParaRPr lang="en-US"/>
        </a:p>
      </dgm:t>
    </dgm:pt>
    <dgm:pt modelId="{8B3FB3EE-C93E-4032-9F23-EFE1895E63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Sustainable protection [?] one-time training.</a:t>
          </a:r>
        </a:p>
      </dgm:t>
    </dgm:pt>
    <dgm:pt modelId="{9D43BA3A-E296-43C8-BF4B-FEAE0CEA9801}" type="parTrans" cxnId="{C0DC6E80-0FC5-4EB4-97A0-5FC9B2957BDC}">
      <dgm:prSet/>
      <dgm:spPr/>
      <dgm:t>
        <a:bodyPr/>
        <a:lstStyle/>
        <a:p>
          <a:endParaRPr lang="en-US"/>
        </a:p>
      </dgm:t>
    </dgm:pt>
    <dgm:pt modelId="{EE093544-5E33-4052-A399-E3C091ED6944}" type="sibTrans" cxnId="{C0DC6E80-0FC5-4EB4-97A0-5FC9B2957BDC}">
      <dgm:prSet/>
      <dgm:spPr/>
      <dgm:t>
        <a:bodyPr/>
        <a:lstStyle/>
        <a:p>
          <a:endParaRPr lang="en-US"/>
        </a:p>
      </dgm:t>
    </dgm:pt>
    <dgm:pt modelId="{AE190B58-9516-40A8-83F3-604B9684199B}" type="pres">
      <dgm:prSet presAssocID="{EE47F58F-071D-4C0A-A127-44C6EBE13C6F}" presName="root" presStyleCnt="0">
        <dgm:presLayoutVars>
          <dgm:dir/>
          <dgm:resizeHandles val="exact"/>
        </dgm:presLayoutVars>
      </dgm:prSet>
      <dgm:spPr/>
    </dgm:pt>
    <dgm:pt modelId="{83CF1463-AC51-47DE-A6E9-3C15385463E0}" type="pres">
      <dgm:prSet presAssocID="{29E591BC-9B2F-4012-B5B2-9BBB66247254}" presName="compNode" presStyleCnt="0"/>
      <dgm:spPr/>
    </dgm:pt>
    <dgm:pt modelId="{DA9609E9-44CE-4813-B4F3-97E665407312}" type="pres">
      <dgm:prSet presAssocID="{29E591BC-9B2F-4012-B5B2-9BBB662472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BC1C6C12-8ADD-489A-96C1-AEFC7F6443AF}" type="pres">
      <dgm:prSet presAssocID="{29E591BC-9B2F-4012-B5B2-9BBB66247254}" presName="spaceRect" presStyleCnt="0"/>
      <dgm:spPr/>
    </dgm:pt>
    <dgm:pt modelId="{16272DBF-DA48-4F13-BF28-16B9AB9D70DF}" type="pres">
      <dgm:prSet presAssocID="{29E591BC-9B2F-4012-B5B2-9BBB66247254}" presName="textRect" presStyleLbl="revTx" presStyleIdx="0" presStyleCnt="4">
        <dgm:presLayoutVars>
          <dgm:chMax val="1"/>
          <dgm:chPref val="1"/>
        </dgm:presLayoutVars>
      </dgm:prSet>
      <dgm:spPr/>
    </dgm:pt>
    <dgm:pt modelId="{9A178911-76A1-4BCC-B372-F33072162221}" type="pres">
      <dgm:prSet presAssocID="{BF69C6C6-CFDF-4B00-ACFC-BCEF0BE2441C}" presName="sibTrans" presStyleCnt="0"/>
      <dgm:spPr/>
    </dgm:pt>
    <dgm:pt modelId="{63F60EC7-EDDB-4B0F-8F5E-2439B54AD11F}" type="pres">
      <dgm:prSet presAssocID="{4573DAB8-C6F8-435A-9293-DDA326CD1A4D}" presName="compNode" presStyleCnt="0"/>
      <dgm:spPr/>
    </dgm:pt>
    <dgm:pt modelId="{02B3E8EE-0034-4CE7-AC36-8397A2507E84}" type="pres">
      <dgm:prSet presAssocID="{4573DAB8-C6F8-435A-9293-DDA326CD1A4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61AB8005-6AC1-4797-A06D-2D05741743A8}" type="pres">
      <dgm:prSet presAssocID="{4573DAB8-C6F8-435A-9293-DDA326CD1A4D}" presName="spaceRect" presStyleCnt="0"/>
      <dgm:spPr/>
    </dgm:pt>
    <dgm:pt modelId="{80D4CCFD-9CDF-4B6F-8449-8324C8D1ECA0}" type="pres">
      <dgm:prSet presAssocID="{4573DAB8-C6F8-435A-9293-DDA326CD1A4D}" presName="textRect" presStyleLbl="revTx" presStyleIdx="1" presStyleCnt="4">
        <dgm:presLayoutVars>
          <dgm:chMax val="1"/>
          <dgm:chPref val="1"/>
        </dgm:presLayoutVars>
      </dgm:prSet>
      <dgm:spPr/>
    </dgm:pt>
    <dgm:pt modelId="{A9FC6ED6-0B9F-477C-9A8D-511FE314497A}" type="pres">
      <dgm:prSet presAssocID="{0A9D1889-EC65-41D5-ADAE-9C0EBBBF0974}" presName="sibTrans" presStyleCnt="0"/>
      <dgm:spPr/>
    </dgm:pt>
    <dgm:pt modelId="{21876111-7023-4332-96F3-FFBC1B576700}" type="pres">
      <dgm:prSet presAssocID="{CB0694C3-1839-429D-A60B-BC408622A538}" presName="compNode" presStyleCnt="0"/>
      <dgm:spPr/>
    </dgm:pt>
    <dgm:pt modelId="{63BFE99A-9CE3-4462-A1D4-E0590C2F8C43}" type="pres">
      <dgm:prSet presAssocID="{CB0694C3-1839-429D-A60B-BC408622A5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94C00A52-10E6-4E56-9402-2354FBFDBE4B}" type="pres">
      <dgm:prSet presAssocID="{CB0694C3-1839-429D-A60B-BC408622A538}" presName="spaceRect" presStyleCnt="0"/>
      <dgm:spPr/>
    </dgm:pt>
    <dgm:pt modelId="{29434A0E-F8BC-45E5-A874-D3E57EB12F9C}" type="pres">
      <dgm:prSet presAssocID="{CB0694C3-1839-429D-A60B-BC408622A538}" presName="textRect" presStyleLbl="revTx" presStyleIdx="2" presStyleCnt="4">
        <dgm:presLayoutVars>
          <dgm:chMax val="1"/>
          <dgm:chPref val="1"/>
        </dgm:presLayoutVars>
      </dgm:prSet>
      <dgm:spPr/>
    </dgm:pt>
    <dgm:pt modelId="{B1510495-9E58-4E7A-BE73-9BF789F5A16F}" type="pres">
      <dgm:prSet presAssocID="{A83B08B3-0B68-4EE7-9E30-F73C7964F8B0}" presName="sibTrans" presStyleCnt="0"/>
      <dgm:spPr/>
    </dgm:pt>
    <dgm:pt modelId="{33A0638F-6026-4B9E-A75D-894560F5AEAF}" type="pres">
      <dgm:prSet presAssocID="{8B3FB3EE-C93E-4032-9F23-EFE1895E63DB}" presName="compNode" presStyleCnt="0"/>
      <dgm:spPr/>
    </dgm:pt>
    <dgm:pt modelId="{264A76F2-E474-411D-8161-1B30F16A990F}" type="pres">
      <dgm:prSet presAssocID="{8B3FB3EE-C93E-4032-9F23-EFE1895E63D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502B52A9-B56B-4B4C-9514-A54C70651E1A}" type="pres">
      <dgm:prSet presAssocID="{8B3FB3EE-C93E-4032-9F23-EFE1895E63DB}" presName="spaceRect" presStyleCnt="0"/>
      <dgm:spPr/>
    </dgm:pt>
    <dgm:pt modelId="{157B214F-33A4-4FED-A748-7BDD6C8BD648}" type="pres">
      <dgm:prSet presAssocID="{8B3FB3EE-C93E-4032-9F23-EFE1895E63D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272294A-5A1D-4654-B1BE-5A61FF424150}" type="presOf" srcId="{8B3FB3EE-C93E-4032-9F23-EFE1895E63DB}" destId="{157B214F-33A4-4FED-A748-7BDD6C8BD648}" srcOrd="0" destOrd="0" presId="urn:microsoft.com/office/officeart/2018/2/layout/IconLabelList"/>
    <dgm:cxn modelId="{8FE3316F-3BA2-4D4B-932B-C23A91467DB7}" type="presOf" srcId="{CB0694C3-1839-429D-A60B-BC408622A538}" destId="{29434A0E-F8BC-45E5-A874-D3E57EB12F9C}" srcOrd="0" destOrd="0" presId="urn:microsoft.com/office/officeart/2018/2/layout/IconLabelList"/>
    <dgm:cxn modelId="{C0DC6E80-0FC5-4EB4-97A0-5FC9B2957BDC}" srcId="{EE47F58F-071D-4C0A-A127-44C6EBE13C6F}" destId="{8B3FB3EE-C93E-4032-9F23-EFE1895E63DB}" srcOrd="3" destOrd="0" parTransId="{9D43BA3A-E296-43C8-BF4B-FEAE0CEA9801}" sibTransId="{EE093544-5E33-4052-A399-E3C091ED6944}"/>
    <dgm:cxn modelId="{7BF2E289-60B6-430C-982E-3F42BD962F27}" type="presOf" srcId="{4573DAB8-C6F8-435A-9293-DDA326CD1A4D}" destId="{80D4CCFD-9CDF-4B6F-8449-8324C8D1ECA0}" srcOrd="0" destOrd="0" presId="urn:microsoft.com/office/officeart/2018/2/layout/IconLabelList"/>
    <dgm:cxn modelId="{232176A2-A8F9-4C43-A387-2D08E9146BC5}" srcId="{EE47F58F-071D-4C0A-A127-44C6EBE13C6F}" destId="{CB0694C3-1839-429D-A60B-BC408622A538}" srcOrd="2" destOrd="0" parTransId="{0182A44A-2429-4C16-9E35-F0530533FF52}" sibTransId="{A83B08B3-0B68-4EE7-9E30-F73C7964F8B0}"/>
    <dgm:cxn modelId="{3D1DC9AD-5F0E-47C0-A171-EAB84ABA41B7}" srcId="{EE47F58F-071D-4C0A-A127-44C6EBE13C6F}" destId="{29E591BC-9B2F-4012-B5B2-9BBB66247254}" srcOrd="0" destOrd="0" parTransId="{295F16B0-359C-4E34-B5EB-E0A26D980758}" sibTransId="{BF69C6C6-CFDF-4B00-ACFC-BCEF0BE2441C}"/>
    <dgm:cxn modelId="{ACD6D7DC-22D0-4E51-9305-5714DD10D19B}" srcId="{EE47F58F-071D-4C0A-A127-44C6EBE13C6F}" destId="{4573DAB8-C6F8-435A-9293-DDA326CD1A4D}" srcOrd="1" destOrd="0" parTransId="{47B7A3E0-E62A-4DDF-8076-7AAB1CB44D77}" sibTransId="{0A9D1889-EC65-41D5-ADAE-9C0EBBBF0974}"/>
    <dgm:cxn modelId="{C7142DEC-A4C8-4B11-9885-F4D6F80B1C0B}" type="presOf" srcId="{EE47F58F-071D-4C0A-A127-44C6EBE13C6F}" destId="{AE190B58-9516-40A8-83F3-604B9684199B}" srcOrd="0" destOrd="0" presId="urn:microsoft.com/office/officeart/2018/2/layout/IconLabelList"/>
    <dgm:cxn modelId="{C23A05F6-5BDE-4723-9C98-2796BF120941}" type="presOf" srcId="{29E591BC-9B2F-4012-B5B2-9BBB66247254}" destId="{16272DBF-DA48-4F13-BF28-16B9AB9D70DF}" srcOrd="0" destOrd="0" presId="urn:microsoft.com/office/officeart/2018/2/layout/IconLabelList"/>
    <dgm:cxn modelId="{77D48E91-B973-4543-8D61-D88082A77AE3}" type="presParOf" srcId="{AE190B58-9516-40A8-83F3-604B9684199B}" destId="{83CF1463-AC51-47DE-A6E9-3C15385463E0}" srcOrd="0" destOrd="0" presId="urn:microsoft.com/office/officeart/2018/2/layout/IconLabelList"/>
    <dgm:cxn modelId="{40391A7A-8F95-427D-B030-76A56E933A26}" type="presParOf" srcId="{83CF1463-AC51-47DE-A6E9-3C15385463E0}" destId="{DA9609E9-44CE-4813-B4F3-97E665407312}" srcOrd="0" destOrd="0" presId="urn:microsoft.com/office/officeart/2018/2/layout/IconLabelList"/>
    <dgm:cxn modelId="{AA2F925F-C109-41A0-8614-5BC0859C8414}" type="presParOf" srcId="{83CF1463-AC51-47DE-A6E9-3C15385463E0}" destId="{BC1C6C12-8ADD-489A-96C1-AEFC7F6443AF}" srcOrd="1" destOrd="0" presId="urn:microsoft.com/office/officeart/2018/2/layout/IconLabelList"/>
    <dgm:cxn modelId="{DB629945-3E2E-4B4A-AC2B-2FC9C1D4B8EB}" type="presParOf" srcId="{83CF1463-AC51-47DE-A6E9-3C15385463E0}" destId="{16272DBF-DA48-4F13-BF28-16B9AB9D70DF}" srcOrd="2" destOrd="0" presId="urn:microsoft.com/office/officeart/2018/2/layout/IconLabelList"/>
    <dgm:cxn modelId="{AA9C3294-9690-4A4B-99F1-21A18EF91C53}" type="presParOf" srcId="{AE190B58-9516-40A8-83F3-604B9684199B}" destId="{9A178911-76A1-4BCC-B372-F33072162221}" srcOrd="1" destOrd="0" presId="urn:microsoft.com/office/officeart/2018/2/layout/IconLabelList"/>
    <dgm:cxn modelId="{585160D1-C402-4BB5-A20D-FFBF2A1BDFAA}" type="presParOf" srcId="{AE190B58-9516-40A8-83F3-604B9684199B}" destId="{63F60EC7-EDDB-4B0F-8F5E-2439B54AD11F}" srcOrd="2" destOrd="0" presId="urn:microsoft.com/office/officeart/2018/2/layout/IconLabelList"/>
    <dgm:cxn modelId="{16F477C3-BA72-4337-AA4A-7D47B790F799}" type="presParOf" srcId="{63F60EC7-EDDB-4B0F-8F5E-2439B54AD11F}" destId="{02B3E8EE-0034-4CE7-AC36-8397A2507E84}" srcOrd="0" destOrd="0" presId="urn:microsoft.com/office/officeart/2018/2/layout/IconLabelList"/>
    <dgm:cxn modelId="{A789515F-E58A-4B47-9A2B-5C691F6A9D2D}" type="presParOf" srcId="{63F60EC7-EDDB-4B0F-8F5E-2439B54AD11F}" destId="{61AB8005-6AC1-4797-A06D-2D05741743A8}" srcOrd="1" destOrd="0" presId="urn:microsoft.com/office/officeart/2018/2/layout/IconLabelList"/>
    <dgm:cxn modelId="{1CFA776A-6277-4A54-BE64-2F877E8CB4C0}" type="presParOf" srcId="{63F60EC7-EDDB-4B0F-8F5E-2439B54AD11F}" destId="{80D4CCFD-9CDF-4B6F-8449-8324C8D1ECA0}" srcOrd="2" destOrd="0" presId="urn:microsoft.com/office/officeart/2018/2/layout/IconLabelList"/>
    <dgm:cxn modelId="{970B58CD-3DE1-4765-ACCD-4F6F6286CD61}" type="presParOf" srcId="{AE190B58-9516-40A8-83F3-604B9684199B}" destId="{A9FC6ED6-0B9F-477C-9A8D-511FE314497A}" srcOrd="3" destOrd="0" presId="urn:microsoft.com/office/officeart/2018/2/layout/IconLabelList"/>
    <dgm:cxn modelId="{FFC391EC-2C3B-42C1-8E2E-5D30599208F5}" type="presParOf" srcId="{AE190B58-9516-40A8-83F3-604B9684199B}" destId="{21876111-7023-4332-96F3-FFBC1B576700}" srcOrd="4" destOrd="0" presId="urn:microsoft.com/office/officeart/2018/2/layout/IconLabelList"/>
    <dgm:cxn modelId="{43B268B9-6144-4EE5-B1AE-404A33F1704C}" type="presParOf" srcId="{21876111-7023-4332-96F3-FFBC1B576700}" destId="{63BFE99A-9CE3-4462-A1D4-E0590C2F8C43}" srcOrd="0" destOrd="0" presId="urn:microsoft.com/office/officeart/2018/2/layout/IconLabelList"/>
    <dgm:cxn modelId="{33837C73-DF8D-4DDB-A04A-53E812E14F62}" type="presParOf" srcId="{21876111-7023-4332-96F3-FFBC1B576700}" destId="{94C00A52-10E6-4E56-9402-2354FBFDBE4B}" srcOrd="1" destOrd="0" presId="urn:microsoft.com/office/officeart/2018/2/layout/IconLabelList"/>
    <dgm:cxn modelId="{59585C78-C236-4504-A39B-E3876D3FEE33}" type="presParOf" srcId="{21876111-7023-4332-96F3-FFBC1B576700}" destId="{29434A0E-F8BC-45E5-A874-D3E57EB12F9C}" srcOrd="2" destOrd="0" presId="urn:microsoft.com/office/officeart/2018/2/layout/IconLabelList"/>
    <dgm:cxn modelId="{B3931C37-C927-4346-B793-F9BC54CA0E29}" type="presParOf" srcId="{AE190B58-9516-40A8-83F3-604B9684199B}" destId="{B1510495-9E58-4E7A-BE73-9BF789F5A16F}" srcOrd="5" destOrd="0" presId="urn:microsoft.com/office/officeart/2018/2/layout/IconLabelList"/>
    <dgm:cxn modelId="{2D9C56CE-E185-47EB-9896-F537BAE4B41D}" type="presParOf" srcId="{AE190B58-9516-40A8-83F3-604B9684199B}" destId="{33A0638F-6026-4B9E-A75D-894560F5AEAF}" srcOrd="6" destOrd="0" presId="urn:microsoft.com/office/officeart/2018/2/layout/IconLabelList"/>
    <dgm:cxn modelId="{3870EFCC-BE81-4ECF-9BB0-4F943AE5CF4A}" type="presParOf" srcId="{33A0638F-6026-4B9E-A75D-894560F5AEAF}" destId="{264A76F2-E474-411D-8161-1B30F16A990F}" srcOrd="0" destOrd="0" presId="urn:microsoft.com/office/officeart/2018/2/layout/IconLabelList"/>
    <dgm:cxn modelId="{8C4E267A-AA00-4F9A-9D60-A2902E170F67}" type="presParOf" srcId="{33A0638F-6026-4B9E-A75D-894560F5AEAF}" destId="{502B52A9-B56B-4B4C-9514-A54C70651E1A}" srcOrd="1" destOrd="0" presId="urn:microsoft.com/office/officeart/2018/2/layout/IconLabelList"/>
    <dgm:cxn modelId="{8B8EA858-3A58-4F4F-BB77-B3E3BCC1D8F1}" type="presParOf" srcId="{33A0638F-6026-4B9E-A75D-894560F5AEAF}" destId="{157B214F-33A4-4FED-A748-7BDD6C8BD6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298C26-7594-4339-9DE6-F56C904EFCA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FA2065-3C62-4015-8F2B-AAFE2A894712}">
      <dgm:prSet/>
      <dgm:spPr/>
      <dgm:t>
        <a:bodyPr/>
        <a:lstStyle/>
        <a:p>
          <a:r>
            <a:rPr lang="en-US"/>
            <a:t>Deep learning models are good in spotting phishing, though not as good as human beings.</a:t>
          </a:r>
        </a:p>
      </dgm:t>
    </dgm:pt>
    <dgm:pt modelId="{D21FE64F-0F55-4E69-89FD-4F05C755AE05}" type="parTrans" cxnId="{B125F7CF-C240-4C96-8252-B17D54978537}">
      <dgm:prSet/>
      <dgm:spPr/>
      <dgm:t>
        <a:bodyPr/>
        <a:lstStyle/>
        <a:p>
          <a:endParaRPr lang="en-US"/>
        </a:p>
      </dgm:t>
    </dgm:pt>
    <dgm:pt modelId="{0311868B-F5D5-401D-9D22-31C0656A2A33}" type="sibTrans" cxnId="{B125F7CF-C240-4C96-8252-B17D54978537}">
      <dgm:prSet/>
      <dgm:spPr/>
      <dgm:t>
        <a:bodyPr/>
        <a:lstStyle/>
        <a:p>
          <a:endParaRPr lang="en-US"/>
        </a:p>
      </dgm:t>
    </dgm:pt>
    <dgm:pt modelId="{00FF52FA-014F-4F42-8048-C10E10CBDE22}">
      <dgm:prSet/>
      <dgm:spPr/>
      <dgm:t>
        <a:bodyPr/>
        <a:lstStyle/>
        <a:p>
          <a:r>
            <a:rPr lang="en-US"/>
            <a:t>There is a limited number of studies that use AI-detection in combination with user-training.</a:t>
          </a:r>
        </a:p>
      </dgm:t>
    </dgm:pt>
    <dgm:pt modelId="{0F7ADB8F-2E62-4AC3-A579-0E0294652AAC}" type="parTrans" cxnId="{35BA04FC-D904-4BE9-8E52-BC91B7615FB9}">
      <dgm:prSet/>
      <dgm:spPr/>
      <dgm:t>
        <a:bodyPr/>
        <a:lstStyle/>
        <a:p>
          <a:endParaRPr lang="en-US"/>
        </a:p>
      </dgm:t>
    </dgm:pt>
    <dgm:pt modelId="{73B44E7F-C5D6-4A86-A8C7-9052A9EC458E}" type="sibTrans" cxnId="{35BA04FC-D904-4BE9-8E52-BC91B7615FB9}">
      <dgm:prSet/>
      <dgm:spPr/>
      <dgm:t>
        <a:bodyPr/>
        <a:lstStyle/>
        <a:p>
          <a:endParaRPr lang="en-US"/>
        </a:p>
      </dgm:t>
    </dgm:pt>
    <dgm:pt modelId="{2B970093-07CA-4153-9434-177F6EE435C8}">
      <dgm:prSet/>
      <dgm:spPr/>
      <dgm:t>
        <a:bodyPr/>
        <a:lstStyle/>
        <a:p>
          <a:r>
            <a:rPr lang="en-US"/>
            <a:t>Phishing that is produced by AI quickly gets sophisticated.</a:t>
          </a:r>
        </a:p>
      </dgm:t>
    </dgm:pt>
    <dgm:pt modelId="{3231E928-1EF6-4985-9F69-8EC3BC8E44B5}" type="parTrans" cxnId="{F0A9A49B-F994-4647-A589-9F7F71BE730D}">
      <dgm:prSet/>
      <dgm:spPr/>
      <dgm:t>
        <a:bodyPr/>
        <a:lstStyle/>
        <a:p>
          <a:endParaRPr lang="en-US"/>
        </a:p>
      </dgm:t>
    </dgm:pt>
    <dgm:pt modelId="{0CFF5C1B-7C04-4BEE-86CC-9D02A45B93D9}" type="sibTrans" cxnId="{F0A9A49B-F994-4647-A589-9F7F71BE730D}">
      <dgm:prSet/>
      <dgm:spPr/>
      <dgm:t>
        <a:bodyPr/>
        <a:lstStyle/>
        <a:p>
          <a:endParaRPr lang="en-US"/>
        </a:p>
      </dgm:t>
    </dgm:pt>
    <dgm:pt modelId="{2578E5C7-63AA-48D1-8173-A1E6030C2929}">
      <dgm:prSet/>
      <dgm:spPr/>
      <dgm:t>
        <a:bodyPr/>
        <a:lstStyle/>
        <a:p>
          <a:r>
            <a:rPr lang="en-US"/>
            <a:t>Studies need to combine technological and humanity-based protection.</a:t>
          </a:r>
        </a:p>
      </dgm:t>
    </dgm:pt>
    <dgm:pt modelId="{2B15C43E-9BB7-4962-94A5-0BDC05E5BECE}" type="parTrans" cxnId="{7BC36D14-C7D3-4917-80FC-4903FDC1E25D}">
      <dgm:prSet/>
      <dgm:spPr/>
      <dgm:t>
        <a:bodyPr/>
        <a:lstStyle/>
        <a:p>
          <a:endParaRPr lang="en-US"/>
        </a:p>
      </dgm:t>
    </dgm:pt>
    <dgm:pt modelId="{CCF1382A-CE26-4498-8668-F156DCBCA33C}" type="sibTrans" cxnId="{7BC36D14-C7D3-4917-80FC-4903FDC1E25D}">
      <dgm:prSet/>
      <dgm:spPr/>
      <dgm:t>
        <a:bodyPr/>
        <a:lstStyle/>
        <a:p>
          <a:endParaRPr lang="en-US"/>
        </a:p>
      </dgm:t>
    </dgm:pt>
    <dgm:pt modelId="{2911398C-E654-2145-80D4-2919F34135CD}" type="pres">
      <dgm:prSet presAssocID="{41298C26-7594-4339-9DE6-F56C904EFCAF}" presName="vert0" presStyleCnt="0">
        <dgm:presLayoutVars>
          <dgm:dir/>
          <dgm:animOne val="branch"/>
          <dgm:animLvl val="lvl"/>
        </dgm:presLayoutVars>
      </dgm:prSet>
      <dgm:spPr/>
    </dgm:pt>
    <dgm:pt modelId="{C3A2B152-6576-734E-91DA-1723CBFB18AB}" type="pres">
      <dgm:prSet presAssocID="{67FA2065-3C62-4015-8F2B-AAFE2A894712}" presName="thickLine" presStyleLbl="alignNode1" presStyleIdx="0" presStyleCnt="4"/>
      <dgm:spPr/>
    </dgm:pt>
    <dgm:pt modelId="{282184B5-FE8E-0040-BB0F-5874936F75C9}" type="pres">
      <dgm:prSet presAssocID="{67FA2065-3C62-4015-8F2B-AAFE2A894712}" presName="horz1" presStyleCnt="0"/>
      <dgm:spPr/>
    </dgm:pt>
    <dgm:pt modelId="{F38E6AF3-A31C-9644-ABC9-5A9608DD1A6E}" type="pres">
      <dgm:prSet presAssocID="{67FA2065-3C62-4015-8F2B-AAFE2A894712}" presName="tx1" presStyleLbl="revTx" presStyleIdx="0" presStyleCnt="4"/>
      <dgm:spPr/>
    </dgm:pt>
    <dgm:pt modelId="{D5F0ECC6-1FCA-1A48-8C0D-8F54BB4A3716}" type="pres">
      <dgm:prSet presAssocID="{67FA2065-3C62-4015-8F2B-AAFE2A894712}" presName="vert1" presStyleCnt="0"/>
      <dgm:spPr/>
    </dgm:pt>
    <dgm:pt modelId="{D6F55E51-6FFA-6B4E-901F-FBFE96CC8A0A}" type="pres">
      <dgm:prSet presAssocID="{00FF52FA-014F-4F42-8048-C10E10CBDE22}" presName="thickLine" presStyleLbl="alignNode1" presStyleIdx="1" presStyleCnt="4"/>
      <dgm:spPr/>
    </dgm:pt>
    <dgm:pt modelId="{264BD1C4-1F45-7644-993A-192291EDBFD9}" type="pres">
      <dgm:prSet presAssocID="{00FF52FA-014F-4F42-8048-C10E10CBDE22}" presName="horz1" presStyleCnt="0"/>
      <dgm:spPr/>
    </dgm:pt>
    <dgm:pt modelId="{E1DB4A21-FB3D-4B41-B256-2D3E7B9E2340}" type="pres">
      <dgm:prSet presAssocID="{00FF52FA-014F-4F42-8048-C10E10CBDE22}" presName="tx1" presStyleLbl="revTx" presStyleIdx="1" presStyleCnt="4"/>
      <dgm:spPr/>
    </dgm:pt>
    <dgm:pt modelId="{6173C9AB-0488-A34C-A746-2EB05E94D3F5}" type="pres">
      <dgm:prSet presAssocID="{00FF52FA-014F-4F42-8048-C10E10CBDE22}" presName="vert1" presStyleCnt="0"/>
      <dgm:spPr/>
    </dgm:pt>
    <dgm:pt modelId="{2DFC721A-B71F-A449-BDAC-80A3DDA9CAB4}" type="pres">
      <dgm:prSet presAssocID="{2B970093-07CA-4153-9434-177F6EE435C8}" presName="thickLine" presStyleLbl="alignNode1" presStyleIdx="2" presStyleCnt="4"/>
      <dgm:spPr/>
    </dgm:pt>
    <dgm:pt modelId="{8A4FFF9D-40C2-764F-9246-E7DCA993B8E4}" type="pres">
      <dgm:prSet presAssocID="{2B970093-07CA-4153-9434-177F6EE435C8}" presName="horz1" presStyleCnt="0"/>
      <dgm:spPr/>
    </dgm:pt>
    <dgm:pt modelId="{9DACBD76-6ABA-AD43-859B-51568F09E6D7}" type="pres">
      <dgm:prSet presAssocID="{2B970093-07CA-4153-9434-177F6EE435C8}" presName="tx1" presStyleLbl="revTx" presStyleIdx="2" presStyleCnt="4"/>
      <dgm:spPr/>
    </dgm:pt>
    <dgm:pt modelId="{E1A9E207-1A59-B84C-8413-B25F48FE87B5}" type="pres">
      <dgm:prSet presAssocID="{2B970093-07CA-4153-9434-177F6EE435C8}" presName="vert1" presStyleCnt="0"/>
      <dgm:spPr/>
    </dgm:pt>
    <dgm:pt modelId="{609665F2-BA8B-7B4C-BFE9-24939E0F84C2}" type="pres">
      <dgm:prSet presAssocID="{2578E5C7-63AA-48D1-8173-A1E6030C2929}" presName="thickLine" presStyleLbl="alignNode1" presStyleIdx="3" presStyleCnt="4"/>
      <dgm:spPr/>
    </dgm:pt>
    <dgm:pt modelId="{E0F2288C-90E9-6A49-8886-81D8B2DE76A1}" type="pres">
      <dgm:prSet presAssocID="{2578E5C7-63AA-48D1-8173-A1E6030C2929}" presName="horz1" presStyleCnt="0"/>
      <dgm:spPr/>
    </dgm:pt>
    <dgm:pt modelId="{3BE4EE59-3826-7942-82F3-E15EA60D2CBC}" type="pres">
      <dgm:prSet presAssocID="{2578E5C7-63AA-48D1-8173-A1E6030C2929}" presName="tx1" presStyleLbl="revTx" presStyleIdx="3" presStyleCnt="4"/>
      <dgm:spPr/>
    </dgm:pt>
    <dgm:pt modelId="{840E0508-2F88-3E4B-81FD-768B7CB55F45}" type="pres">
      <dgm:prSet presAssocID="{2578E5C7-63AA-48D1-8173-A1E6030C2929}" presName="vert1" presStyleCnt="0"/>
      <dgm:spPr/>
    </dgm:pt>
  </dgm:ptLst>
  <dgm:cxnLst>
    <dgm:cxn modelId="{E0D65907-08F5-734D-BB1B-C246A6A7D443}" type="presOf" srcId="{2B970093-07CA-4153-9434-177F6EE435C8}" destId="{9DACBD76-6ABA-AD43-859B-51568F09E6D7}" srcOrd="0" destOrd="0" presId="urn:microsoft.com/office/officeart/2008/layout/LinedList"/>
    <dgm:cxn modelId="{7BC36D14-C7D3-4917-80FC-4903FDC1E25D}" srcId="{41298C26-7594-4339-9DE6-F56C904EFCAF}" destId="{2578E5C7-63AA-48D1-8173-A1E6030C2929}" srcOrd="3" destOrd="0" parTransId="{2B15C43E-9BB7-4962-94A5-0BDC05E5BECE}" sibTransId="{CCF1382A-CE26-4498-8668-F156DCBCA33C}"/>
    <dgm:cxn modelId="{B8278853-56AD-9C4C-A87E-14E3D77861F5}" type="presOf" srcId="{00FF52FA-014F-4F42-8048-C10E10CBDE22}" destId="{E1DB4A21-FB3D-4B41-B256-2D3E7B9E2340}" srcOrd="0" destOrd="0" presId="urn:microsoft.com/office/officeart/2008/layout/LinedList"/>
    <dgm:cxn modelId="{AB32BC54-033F-C940-B0DA-18EAF45092AA}" type="presOf" srcId="{67FA2065-3C62-4015-8F2B-AAFE2A894712}" destId="{F38E6AF3-A31C-9644-ABC9-5A9608DD1A6E}" srcOrd="0" destOrd="0" presId="urn:microsoft.com/office/officeart/2008/layout/LinedList"/>
    <dgm:cxn modelId="{DC7B878D-B7F4-A544-85D0-FF6969664A92}" type="presOf" srcId="{41298C26-7594-4339-9DE6-F56C904EFCAF}" destId="{2911398C-E654-2145-80D4-2919F34135CD}" srcOrd="0" destOrd="0" presId="urn:microsoft.com/office/officeart/2008/layout/LinedList"/>
    <dgm:cxn modelId="{F0A9A49B-F994-4647-A589-9F7F71BE730D}" srcId="{41298C26-7594-4339-9DE6-F56C904EFCAF}" destId="{2B970093-07CA-4153-9434-177F6EE435C8}" srcOrd="2" destOrd="0" parTransId="{3231E928-1EF6-4985-9F69-8EC3BC8E44B5}" sibTransId="{0CFF5C1B-7C04-4BEE-86CC-9D02A45B93D9}"/>
    <dgm:cxn modelId="{B125F7CF-C240-4C96-8252-B17D54978537}" srcId="{41298C26-7594-4339-9DE6-F56C904EFCAF}" destId="{67FA2065-3C62-4015-8F2B-AAFE2A894712}" srcOrd="0" destOrd="0" parTransId="{D21FE64F-0F55-4E69-89FD-4F05C755AE05}" sibTransId="{0311868B-F5D5-401D-9D22-31C0656A2A33}"/>
    <dgm:cxn modelId="{54CCF1F1-79C5-F046-BFAA-BF16E7AA4036}" type="presOf" srcId="{2578E5C7-63AA-48D1-8173-A1E6030C2929}" destId="{3BE4EE59-3826-7942-82F3-E15EA60D2CBC}" srcOrd="0" destOrd="0" presId="urn:microsoft.com/office/officeart/2008/layout/LinedList"/>
    <dgm:cxn modelId="{35BA04FC-D904-4BE9-8E52-BC91B7615FB9}" srcId="{41298C26-7594-4339-9DE6-F56C904EFCAF}" destId="{00FF52FA-014F-4F42-8048-C10E10CBDE22}" srcOrd="1" destOrd="0" parTransId="{0F7ADB8F-2E62-4AC3-A579-0E0294652AAC}" sibTransId="{73B44E7F-C5D6-4A86-A8C7-9052A9EC458E}"/>
    <dgm:cxn modelId="{6B30E346-8179-3343-AD87-BEEB073F00CE}" type="presParOf" srcId="{2911398C-E654-2145-80D4-2919F34135CD}" destId="{C3A2B152-6576-734E-91DA-1723CBFB18AB}" srcOrd="0" destOrd="0" presId="urn:microsoft.com/office/officeart/2008/layout/LinedList"/>
    <dgm:cxn modelId="{EF82FA25-9E26-F042-8E69-1F099D1A8F89}" type="presParOf" srcId="{2911398C-E654-2145-80D4-2919F34135CD}" destId="{282184B5-FE8E-0040-BB0F-5874936F75C9}" srcOrd="1" destOrd="0" presId="urn:microsoft.com/office/officeart/2008/layout/LinedList"/>
    <dgm:cxn modelId="{2309F703-797D-BA4E-BF51-474F7DE0AEBE}" type="presParOf" srcId="{282184B5-FE8E-0040-BB0F-5874936F75C9}" destId="{F38E6AF3-A31C-9644-ABC9-5A9608DD1A6E}" srcOrd="0" destOrd="0" presId="urn:microsoft.com/office/officeart/2008/layout/LinedList"/>
    <dgm:cxn modelId="{5DB420CA-8D2D-6949-AAE9-8BDDD23022AA}" type="presParOf" srcId="{282184B5-FE8E-0040-BB0F-5874936F75C9}" destId="{D5F0ECC6-1FCA-1A48-8C0D-8F54BB4A3716}" srcOrd="1" destOrd="0" presId="urn:microsoft.com/office/officeart/2008/layout/LinedList"/>
    <dgm:cxn modelId="{C5FBE13E-095D-C346-A01B-95E56B73D97C}" type="presParOf" srcId="{2911398C-E654-2145-80D4-2919F34135CD}" destId="{D6F55E51-6FFA-6B4E-901F-FBFE96CC8A0A}" srcOrd="2" destOrd="0" presId="urn:microsoft.com/office/officeart/2008/layout/LinedList"/>
    <dgm:cxn modelId="{3DE9BBEE-28CF-E941-9A17-2569E5A9C18B}" type="presParOf" srcId="{2911398C-E654-2145-80D4-2919F34135CD}" destId="{264BD1C4-1F45-7644-993A-192291EDBFD9}" srcOrd="3" destOrd="0" presId="urn:microsoft.com/office/officeart/2008/layout/LinedList"/>
    <dgm:cxn modelId="{B9599E9B-4E9A-C544-88B1-DAF1808A31E9}" type="presParOf" srcId="{264BD1C4-1F45-7644-993A-192291EDBFD9}" destId="{E1DB4A21-FB3D-4B41-B256-2D3E7B9E2340}" srcOrd="0" destOrd="0" presId="urn:microsoft.com/office/officeart/2008/layout/LinedList"/>
    <dgm:cxn modelId="{A41FA2FC-D412-DF41-8F52-64237C094421}" type="presParOf" srcId="{264BD1C4-1F45-7644-993A-192291EDBFD9}" destId="{6173C9AB-0488-A34C-A746-2EB05E94D3F5}" srcOrd="1" destOrd="0" presId="urn:microsoft.com/office/officeart/2008/layout/LinedList"/>
    <dgm:cxn modelId="{6008C0AB-B30C-C24E-9B62-23D9C28BD780}" type="presParOf" srcId="{2911398C-E654-2145-80D4-2919F34135CD}" destId="{2DFC721A-B71F-A449-BDAC-80A3DDA9CAB4}" srcOrd="4" destOrd="0" presId="urn:microsoft.com/office/officeart/2008/layout/LinedList"/>
    <dgm:cxn modelId="{1CFD6A05-FD1A-D240-A10A-C17E7D993AF7}" type="presParOf" srcId="{2911398C-E654-2145-80D4-2919F34135CD}" destId="{8A4FFF9D-40C2-764F-9246-E7DCA993B8E4}" srcOrd="5" destOrd="0" presId="urn:microsoft.com/office/officeart/2008/layout/LinedList"/>
    <dgm:cxn modelId="{9D5BAD2B-208C-7F46-8976-908CBDCC3B20}" type="presParOf" srcId="{8A4FFF9D-40C2-764F-9246-E7DCA993B8E4}" destId="{9DACBD76-6ABA-AD43-859B-51568F09E6D7}" srcOrd="0" destOrd="0" presId="urn:microsoft.com/office/officeart/2008/layout/LinedList"/>
    <dgm:cxn modelId="{AB3D0B61-D976-F747-A5D7-C31242A4A768}" type="presParOf" srcId="{8A4FFF9D-40C2-764F-9246-E7DCA993B8E4}" destId="{E1A9E207-1A59-B84C-8413-B25F48FE87B5}" srcOrd="1" destOrd="0" presId="urn:microsoft.com/office/officeart/2008/layout/LinedList"/>
    <dgm:cxn modelId="{B4571F39-784D-8246-88A1-CAB6D28DCFB9}" type="presParOf" srcId="{2911398C-E654-2145-80D4-2919F34135CD}" destId="{609665F2-BA8B-7B4C-BFE9-24939E0F84C2}" srcOrd="6" destOrd="0" presId="urn:microsoft.com/office/officeart/2008/layout/LinedList"/>
    <dgm:cxn modelId="{2644A69F-4787-724D-9A68-02FC629EA8B2}" type="presParOf" srcId="{2911398C-E654-2145-80D4-2919F34135CD}" destId="{E0F2288C-90E9-6A49-8886-81D8B2DE76A1}" srcOrd="7" destOrd="0" presId="urn:microsoft.com/office/officeart/2008/layout/LinedList"/>
    <dgm:cxn modelId="{B02AC343-78D4-694B-B5C0-9C545558A1FA}" type="presParOf" srcId="{E0F2288C-90E9-6A49-8886-81D8B2DE76A1}" destId="{3BE4EE59-3826-7942-82F3-E15EA60D2CBC}" srcOrd="0" destOrd="0" presId="urn:microsoft.com/office/officeart/2008/layout/LinedList"/>
    <dgm:cxn modelId="{75D9886D-47F2-4F44-9D0B-C6CB56B8A39B}" type="presParOf" srcId="{E0F2288C-90E9-6A49-8886-81D8B2DE76A1}" destId="{840E0508-2F88-3E4B-81FD-768B7CB55F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1C9555-D13D-4ADE-86F9-357226A68BA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B56CE0F-14C0-43B0-B667-9B9120B6D4F8}">
      <dgm:prSet/>
      <dgm:spPr/>
      <dgm:t>
        <a:bodyPr/>
        <a:lstStyle/>
        <a:p>
          <a:pPr>
            <a:defRPr cap="all"/>
          </a:pPr>
          <a:r>
            <a:rPr lang="en-US" b="1"/>
            <a:t>Approach:</a:t>
          </a:r>
          <a:r>
            <a:rPr lang="en-US"/>
            <a:t> Longitudinal, Mixed-Methods, Organization-based study</a:t>
          </a:r>
        </a:p>
      </dgm:t>
    </dgm:pt>
    <dgm:pt modelId="{145BF4E6-F3EF-43A7-8794-FB98DB9C1989}" type="parTrans" cxnId="{C7D9632A-10FF-4278-AD9F-1F133699CF89}">
      <dgm:prSet/>
      <dgm:spPr/>
      <dgm:t>
        <a:bodyPr/>
        <a:lstStyle/>
        <a:p>
          <a:endParaRPr lang="en-US"/>
        </a:p>
      </dgm:t>
    </dgm:pt>
    <dgm:pt modelId="{C53EE8DE-286B-4A79-AEE8-E282D083E9C2}" type="sibTrans" cxnId="{C7D9632A-10FF-4278-AD9F-1F133699CF89}">
      <dgm:prSet/>
      <dgm:spPr/>
      <dgm:t>
        <a:bodyPr/>
        <a:lstStyle/>
        <a:p>
          <a:endParaRPr lang="en-US"/>
        </a:p>
      </dgm:t>
    </dgm:pt>
    <dgm:pt modelId="{8DE62DB7-2958-4756-95A9-3AEA6595DE38}">
      <dgm:prSet/>
      <dgm:spPr/>
      <dgm:t>
        <a:bodyPr/>
        <a:lstStyle/>
        <a:p>
          <a:pPr>
            <a:defRPr cap="all"/>
          </a:pPr>
          <a:r>
            <a:rPr lang="en-US"/>
            <a:t>Phase 1: Pre-test of phishing vulnerability &amp; behavior patterns</a:t>
          </a:r>
        </a:p>
      </dgm:t>
    </dgm:pt>
    <dgm:pt modelId="{233CDC20-590D-4399-8D15-8CF474A36140}" type="parTrans" cxnId="{E7F796AA-A86F-4EF5-BDB4-37FFBEA38454}">
      <dgm:prSet/>
      <dgm:spPr/>
      <dgm:t>
        <a:bodyPr/>
        <a:lstStyle/>
        <a:p>
          <a:endParaRPr lang="en-US"/>
        </a:p>
      </dgm:t>
    </dgm:pt>
    <dgm:pt modelId="{EA05D94B-7F46-4E43-810C-410FCBEE06C7}" type="sibTrans" cxnId="{E7F796AA-A86F-4EF5-BDB4-37FFBEA38454}">
      <dgm:prSet/>
      <dgm:spPr/>
      <dgm:t>
        <a:bodyPr/>
        <a:lstStyle/>
        <a:p>
          <a:endParaRPr lang="en-US"/>
        </a:p>
      </dgm:t>
    </dgm:pt>
    <dgm:pt modelId="{CFC38307-DEFC-49E2-8617-CD02E28CD767}">
      <dgm:prSet/>
      <dgm:spPr/>
      <dgm:t>
        <a:bodyPr/>
        <a:lstStyle/>
        <a:p>
          <a:pPr>
            <a:defRPr cap="all"/>
          </a:pPr>
          <a:r>
            <a:rPr lang="en-US"/>
            <a:t>Phase 2: Training deployment (interactive + AI simulations)</a:t>
          </a:r>
        </a:p>
      </dgm:t>
    </dgm:pt>
    <dgm:pt modelId="{4115524C-A7EE-4FE2-B04D-8FBDEA7E078D}" type="parTrans" cxnId="{C1FDBE37-AEB0-4DBB-BAD9-C10A425BF84E}">
      <dgm:prSet/>
      <dgm:spPr/>
      <dgm:t>
        <a:bodyPr/>
        <a:lstStyle/>
        <a:p>
          <a:endParaRPr lang="en-US"/>
        </a:p>
      </dgm:t>
    </dgm:pt>
    <dgm:pt modelId="{7C788D9E-31F6-4C36-A7F5-76A994AC57B8}" type="sibTrans" cxnId="{C1FDBE37-AEB0-4DBB-BAD9-C10A425BF84E}">
      <dgm:prSet/>
      <dgm:spPr/>
      <dgm:t>
        <a:bodyPr/>
        <a:lstStyle/>
        <a:p>
          <a:endParaRPr lang="en-US"/>
        </a:p>
      </dgm:t>
    </dgm:pt>
    <dgm:pt modelId="{19F0832D-28FF-43F8-97C4-47F4A90EB07B}">
      <dgm:prSet/>
      <dgm:spPr/>
      <dgm:t>
        <a:bodyPr/>
        <a:lstStyle/>
        <a:p>
          <a:pPr>
            <a:defRPr cap="all"/>
          </a:pPr>
          <a:r>
            <a:rPr lang="en-US"/>
            <a:t>Phase 3: Follow-up assessments at 1/3/6 months</a:t>
          </a:r>
        </a:p>
      </dgm:t>
    </dgm:pt>
    <dgm:pt modelId="{BCA84CBB-3B4C-4DD5-9CEF-369B6E79873A}" type="parTrans" cxnId="{AD3A113C-69E7-42E6-94A5-10714F08A4CE}">
      <dgm:prSet/>
      <dgm:spPr/>
      <dgm:t>
        <a:bodyPr/>
        <a:lstStyle/>
        <a:p>
          <a:endParaRPr lang="en-US"/>
        </a:p>
      </dgm:t>
    </dgm:pt>
    <dgm:pt modelId="{69073BCD-66E6-42E2-B2B0-26253889272A}" type="sibTrans" cxnId="{AD3A113C-69E7-42E6-94A5-10714F08A4CE}">
      <dgm:prSet/>
      <dgm:spPr/>
      <dgm:t>
        <a:bodyPr/>
        <a:lstStyle/>
        <a:p>
          <a:endParaRPr lang="en-US"/>
        </a:p>
      </dgm:t>
    </dgm:pt>
    <dgm:pt modelId="{FE1C82CB-A5D7-4851-A1EC-E362FFA9800D}">
      <dgm:prSet/>
      <dgm:spPr/>
      <dgm:t>
        <a:bodyPr/>
        <a:lstStyle/>
        <a:p>
          <a:pPr>
            <a:defRPr cap="all"/>
          </a:pPr>
          <a:r>
            <a:rPr lang="en-US"/>
            <a:t>Real workplace samples → more valid, practical results</a:t>
          </a:r>
        </a:p>
      </dgm:t>
    </dgm:pt>
    <dgm:pt modelId="{528759A2-D872-4EE6-AF56-97D6AF7FF49F}" type="parTrans" cxnId="{D42D190C-7DAB-407F-84AC-FD33BB5C5738}">
      <dgm:prSet/>
      <dgm:spPr/>
      <dgm:t>
        <a:bodyPr/>
        <a:lstStyle/>
        <a:p>
          <a:endParaRPr lang="en-US"/>
        </a:p>
      </dgm:t>
    </dgm:pt>
    <dgm:pt modelId="{AE8B35E4-9ED9-455F-96FC-E5D2E5AB8551}" type="sibTrans" cxnId="{D42D190C-7DAB-407F-84AC-FD33BB5C5738}">
      <dgm:prSet/>
      <dgm:spPr/>
      <dgm:t>
        <a:bodyPr/>
        <a:lstStyle/>
        <a:p>
          <a:endParaRPr lang="en-US"/>
        </a:p>
      </dgm:t>
    </dgm:pt>
    <dgm:pt modelId="{08382A45-C6A4-4CBD-82A0-AE4BA38FBCDA}" type="pres">
      <dgm:prSet presAssocID="{FA1C9555-D13D-4ADE-86F9-357226A68BAA}" presName="root" presStyleCnt="0">
        <dgm:presLayoutVars>
          <dgm:dir/>
          <dgm:resizeHandles val="exact"/>
        </dgm:presLayoutVars>
      </dgm:prSet>
      <dgm:spPr/>
    </dgm:pt>
    <dgm:pt modelId="{8CA4DBF4-0C51-44CD-931C-36A216C9023B}" type="pres">
      <dgm:prSet presAssocID="{BB56CE0F-14C0-43B0-B667-9B9120B6D4F8}" presName="compNode" presStyleCnt="0"/>
      <dgm:spPr/>
    </dgm:pt>
    <dgm:pt modelId="{8A1CE986-0072-469F-95A7-5988081F158C}" type="pres">
      <dgm:prSet presAssocID="{BB56CE0F-14C0-43B0-B667-9B9120B6D4F8}" presName="iconBgRect" presStyleLbl="bgShp" presStyleIdx="0" presStyleCnt="5"/>
      <dgm:spPr/>
    </dgm:pt>
    <dgm:pt modelId="{FF02B089-6405-4806-AFF5-7DB36E724FF9}" type="pres">
      <dgm:prSet presAssocID="{BB56CE0F-14C0-43B0-B667-9B9120B6D4F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4983480-9D18-49E7-A4C9-588703CC9650}" type="pres">
      <dgm:prSet presAssocID="{BB56CE0F-14C0-43B0-B667-9B9120B6D4F8}" presName="spaceRect" presStyleCnt="0"/>
      <dgm:spPr/>
    </dgm:pt>
    <dgm:pt modelId="{585F55FD-3DCD-42D1-A52C-2D4015486AFF}" type="pres">
      <dgm:prSet presAssocID="{BB56CE0F-14C0-43B0-B667-9B9120B6D4F8}" presName="textRect" presStyleLbl="revTx" presStyleIdx="0" presStyleCnt="5">
        <dgm:presLayoutVars>
          <dgm:chMax val="1"/>
          <dgm:chPref val="1"/>
        </dgm:presLayoutVars>
      </dgm:prSet>
      <dgm:spPr/>
    </dgm:pt>
    <dgm:pt modelId="{C186D40D-996D-470C-B74C-421645BDDC2D}" type="pres">
      <dgm:prSet presAssocID="{C53EE8DE-286B-4A79-AEE8-E282D083E9C2}" presName="sibTrans" presStyleCnt="0"/>
      <dgm:spPr/>
    </dgm:pt>
    <dgm:pt modelId="{8D6FF8DD-C846-4302-B6D1-395654395594}" type="pres">
      <dgm:prSet presAssocID="{8DE62DB7-2958-4756-95A9-3AEA6595DE38}" presName="compNode" presStyleCnt="0"/>
      <dgm:spPr/>
    </dgm:pt>
    <dgm:pt modelId="{D5A9DB3D-C5C9-4C89-ABC3-1F727D4C7E2F}" type="pres">
      <dgm:prSet presAssocID="{8DE62DB7-2958-4756-95A9-3AEA6595DE38}" presName="iconBgRect" presStyleLbl="bgShp" presStyleIdx="1" presStyleCnt="5"/>
      <dgm:spPr/>
    </dgm:pt>
    <dgm:pt modelId="{6741D15B-6FBD-43E1-AA16-81183DEEEC0B}" type="pres">
      <dgm:prSet presAssocID="{8DE62DB7-2958-4756-95A9-3AEA6595DE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39836CC-9C86-44A0-821C-2A87C29E1CDE}" type="pres">
      <dgm:prSet presAssocID="{8DE62DB7-2958-4756-95A9-3AEA6595DE38}" presName="spaceRect" presStyleCnt="0"/>
      <dgm:spPr/>
    </dgm:pt>
    <dgm:pt modelId="{210B1723-B039-400D-B96A-6AD2A3519FAD}" type="pres">
      <dgm:prSet presAssocID="{8DE62DB7-2958-4756-95A9-3AEA6595DE38}" presName="textRect" presStyleLbl="revTx" presStyleIdx="1" presStyleCnt="5">
        <dgm:presLayoutVars>
          <dgm:chMax val="1"/>
          <dgm:chPref val="1"/>
        </dgm:presLayoutVars>
      </dgm:prSet>
      <dgm:spPr/>
    </dgm:pt>
    <dgm:pt modelId="{461FC77C-218A-4B2B-A6F1-B3FA7FB464BD}" type="pres">
      <dgm:prSet presAssocID="{EA05D94B-7F46-4E43-810C-410FCBEE06C7}" presName="sibTrans" presStyleCnt="0"/>
      <dgm:spPr/>
    </dgm:pt>
    <dgm:pt modelId="{D20FFF5B-9CB5-4013-9BB8-AECCBBD7EB6F}" type="pres">
      <dgm:prSet presAssocID="{CFC38307-DEFC-49E2-8617-CD02E28CD767}" presName="compNode" presStyleCnt="0"/>
      <dgm:spPr/>
    </dgm:pt>
    <dgm:pt modelId="{6290498E-BDC7-4EF3-B122-774C6CDCE153}" type="pres">
      <dgm:prSet presAssocID="{CFC38307-DEFC-49E2-8617-CD02E28CD767}" presName="iconBgRect" presStyleLbl="bgShp" presStyleIdx="2" presStyleCnt="5"/>
      <dgm:spPr/>
    </dgm:pt>
    <dgm:pt modelId="{9D2660C5-27D8-464F-8EE8-8A151AF5EDDE}" type="pres">
      <dgm:prSet presAssocID="{CFC38307-DEFC-49E2-8617-CD02E28CD76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21B96C3-0F59-4BEB-BB70-6E1B9F0064DC}" type="pres">
      <dgm:prSet presAssocID="{CFC38307-DEFC-49E2-8617-CD02E28CD767}" presName="spaceRect" presStyleCnt="0"/>
      <dgm:spPr/>
    </dgm:pt>
    <dgm:pt modelId="{85ADFF19-6350-4B60-BC3F-7A5300340B02}" type="pres">
      <dgm:prSet presAssocID="{CFC38307-DEFC-49E2-8617-CD02E28CD767}" presName="textRect" presStyleLbl="revTx" presStyleIdx="2" presStyleCnt="5">
        <dgm:presLayoutVars>
          <dgm:chMax val="1"/>
          <dgm:chPref val="1"/>
        </dgm:presLayoutVars>
      </dgm:prSet>
      <dgm:spPr/>
    </dgm:pt>
    <dgm:pt modelId="{306623AE-1EA3-4798-9468-9EFF84BC8A0C}" type="pres">
      <dgm:prSet presAssocID="{7C788D9E-31F6-4C36-A7F5-76A994AC57B8}" presName="sibTrans" presStyleCnt="0"/>
      <dgm:spPr/>
    </dgm:pt>
    <dgm:pt modelId="{6762B4FC-1287-444D-9396-9992F7007E9B}" type="pres">
      <dgm:prSet presAssocID="{19F0832D-28FF-43F8-97C4-47F4A90EB07B}" presName="compNode" presStyleCnt="0"/>
      <dgm:spPr/>
    </dgm:pt>
    <dgm:pt modelId="{40CD2DE9-74D7-45E6-9D00-65FB3EF91563}" type="pres">
      <dgm:prSet presAssocID="{19F0832D-28FF-43F8-97C4-47F4A90EB07B}" presName="iconBgRect" presStyleLbl="bgShp" presStyleIdx="3" presStyleCnt="5"/>
      <dgm:spPr/>
    </dgm:pt>
    <dgm:pt modelId="{A6C69679-285B-47E6-A6B5-E55D9319E168}" type="pres">
      <dgm:prSet presAssocID="{19F0832D-28FF-43F8-97C4-47F4A90EB07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15EB4AC5-7810-4CB6-9E47-910262B46E12}" type="pres">
      <dgm:prSet presAssocID="{19F0832D-28FF-43F8-97C4-47F4A90EB07B}" presName="spaceRect" presStyleCnt="0"/>
      <dgm:spPr/>
    </dgm:pt>
    <dgm:pt modelId="{F0844178-33B9-4B98-8C3C-C70E72677AA2}" type="pres">
      <dgm:prSet presAssocID="{19F0832D-28FF-43F8-97C4-47F4A90EB07B}" presName="textRect" presStyleLbl="revTx" presStyleIdx="3" presStyleCnt="5">
        <dgm:presLayoutVars>
          <dgm:chMax val="1"/>
          <dgm:chPref val="1"/>
        </dgm:presLayoutVars>
      </dgm:prSet>
      <dgm:spPr/>
    </dgm:pt>
    <dgm:pt modelId="{4910BFD8-80C5-4AD9-80F1-3DD2BCF0C03E}" type="pres">
      <dgm:prSet presAssocID="{69073BCD-66E6-42E2-B2B0-26253889272A}" presName="sibTrans" presStyleCnt="0"/>
      <dgm:spPr/>
    </dgm:pt>
    <dgm:pt modelId="{8532EED0-6013-4F50-8973-E294E16205F2}" type="pres">
      <dgm:prSet presAssocID="{FE1C82CB-A5D7-4851-A1EC-E362FFA9800D}" presName="compNode" presStyleCnt="0"/>
      <dgm:spPr/>
    </dgm:pt>
    <dgm:pt modelId="{7DF59BED-477B-4EF0-809D-805646283C25}" type="pres">
      <dgm:prSet presAssocID="{FE1C82CB-A5D7-4851-A1EC-E362FFA9800D}" presName="iconBgRect" presStyleLbl="bgShp" presStyleIdx="4" presStyleCnt="5"/>
      <dgm:spPr/>
    </dgm:pt>
    <dgm:pt modelId="{82B56F7F-9D00-4E21-9B44-A64253E3C3EF}" type="pres">
      <dgm:prSet presAssocID="{FE1C82CB-A5D7-4851-A1EC-E362FFA9800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E143E74-00C9-4BCA-A9B5-4C300A15951D}" type="pres">
      <dgm:prSet presAssocID="{FE1C82CB-A5D7-4851-A1EC-E362FFA9800D}" presName="spaceRect" presStyleCnt="0"/>
      <dgm:spPr/>
    </dgm:pt>
    <dgm:pt modelId="{642801F1-50D2-420F-ADE3-3E5F8C0C3A55}" type="pres">
      <dgm:prSet presAssocID="{FE1C82CB-A5D7-4851-A1EC-E362FFA9800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42D190C-7DAB-407F-84AC-FD33BB5C5738}" srcId="{FA1C9555-D13D-4ADE-86F9-357226A68BAA}" destId="{FE1C82CB-A5D7-4851-A1EC-E362FFA9800D}" srcOrd="4" destOrd="0" parTransId="{528759A2-D872-4EE6-AF56-97D6AF7FF49F}" sibTransId="{AE8B35E4-9ED9-455F-96FC-E5D2E5AB8551}"/>
    <dgm:cxn modelId="{C7D9632A-10FF-4278-AD9F-1F133699CF89}" srcId="{FA1C9555-D13D-4ADE-86F9-357226A68BAA}" destId="{BB56CE0F-14C0-43B0-B667-9B9120B6D4F8}" srcOrd="0" destOrd="0" parTransId="{145BF4E6-F3EF-43A7-8794-FB98DB9C1989}" sibTransId="{C53EE8DE-286B-4A79-AEE8-E282D083E9C2}"/>
    <dgm:cxn modelId="{C1FDBE37-AEB0-4DBB-BAD9-C10A425BF84E}" srcId="{FA1C9555-D13D-4ADE-86F9-357226A68BAA}" destId="{CFC38307-DEFC-49E2-8617-CD02E28CD767}" srcOrd="2" destOrd="0" parTransId="{4115524C-A7EE-4FE2-B04D-8FBDEA7E078D}" sibTransId="{7C788D9E-31F6-4C36-A7F5-76A994AC57B8}"/>
    <dgm:cxn modelId="{AD3A113C-69E7-42E6-94A5-10714F08A4CE}" srcId="{FA1C9555-D13D-4ADE-86F9-357226A68BAA}" destId="{19F0832D-28FF-43F8-97C4-47F4A90EB07B}" srcOrd="3" destOrd="0" parTransId="{BCA84CBB-3B4C-4DD5-9CEF-369B6E79873A}" sibTransId="{69073BCD-66E6-42E2-B2B0-26253889272A}"/>
    <dgm:cxn modelId="{544BA143-6223-49C9-9FA7-E498207B0A9C}" type="presOf" srcId="{8DE62DB7-2958-4756-95A9-3AEA6595DE38}" destId="{210B1723-B039-400D-B96A-6AD2A3519FAD}" srcOrd="0" destOrd="0" presId="urn:microsoft.com/office/officeart/2018/5/layout/IconCircleLabelList"/>
    <dgm:cxn modelId="{40C4E392-46B9-4DA5-9647-A6EE1495C362}" type="presOf" srcId="{CFC38307-DEFC-49E2-8617-CD02E28CD767}" destId="{85ADFF19-6350-4B60-BC3F-7A5300340B02}" srcOrd="0" destOrd="0" presId="urn:microsoft.com/office/officeart/2018/5/layout/IconCircleLabelList"/>
    <dgm:cxn modelId="{82E39CA0-6531-4514-9453-CC62449035FB}" type="presOf" srcId="{FA1C9555-D13D-4ADE-86F9-357226A68BAA}" destId="{08382A45-C6A4-4CBD-82A0-AE4BA38FBCDA}" srcOrd="0" destOrd="0" presId="urn:microsoft.com/office/officeart/2018/5/layout/IconCircleLabelList"/>
    <dgm:cxn modelId="{E7F796AA-A86F-4EF5-BDB4-37FFBEA38454}" srcId="{FA1C9555-D13D-4ADE-86F9-357226A68BAA}" destId="{8DE62DB7-2958-4756-95A9-3AEA6595DE38}" srcOrd="1" destOrd="0" parTransId="{233CDC20-590D-4399-8D15-8CF474A36140}" sibTransId="{EA05D94B-7F46-4E43-810C-410FCBEE06C7}"/>
    <dgm:cxn modelId="{6BE318EB-B026-48AA-A00D-CF3F1CEA6B0B}" type="presOf" srcId="{19F0832D-28FF-43F8-97C4-47F4A90EB07B}" destId="{F0844178-33B9-4B98-8C3C-C70E72677AA2}" srcOrd="0" destOrd="0" presId="urn:microsoft.com/office/officeart/2018/5/layout/IconCircleLabelList"/>
    <dgm:cxn modelId="{B2C27EEC-1500-442D-A385-8BED3BB02615}" type="presOf" srcId="{FE1C82CB-A5D7-4851-A1EC-E362FFA9800D}" destId="{642801F1-50D2-420F-ADE3-3E5F8C0C3A55}" srcOrd="0" destOrd="0" presId="urn:microsoft.com/office/officeart/2018/5/layout/IconCircleLabelList"/>
    <dgm:cxn modelId="{7C1934FE-2DD0-4E08-AA7B-3971B509A738}" type="presOf" srcId="{BB56CE0F-14C0-43B0-B667-9B9120B6D4F8}" destId="{585F55FD-3DCD-42D1-A52C-2D4015486AFF}" srcOrd="0" destOrd="0" presId="urn:microsoft.com/office/officeart/2018/5/layout/IconCircleLabelList"/>
    <dgm:cxn modelId="{850E22D2-C3F1-4522-9585-9173BB5BE95D}" type="presParOf" srcId="{08382A45-C6A4-4CBD-82A0-AE4BA38FBCDA}" destId="{8CA4DBF4-0C51-44CD-931C-36A216C9023B}" srcOrd="0" destOrd="0" presId="urn:microsoft.com/office/officeart/2018/5/layout/IconCircleLabelList"/>
    <dgm:cxn modelId="{F323E539-522F-4AC9-9B6A-D8AE1EC733DE}" type="presParOf" srcId="{8CA4DBF4-0C51-44CD-931C-36A216C9023B}" destId="{8A1CE986-0072-469F-95A7-5988081F158C}" srcOrd="0" destOrd="0" presId="urn:microsoft.com/office/officeart/2018/5/layout/IconCircleLabelList"/>
    <dgm:cxn modelId="{68CA696D-34CF-4C0E-89A0-602D256E55AC}" type="presParOf" srcId="{8CA4DBF4-0C51-44CD-931C-36A216C9023B}" destId="{FF02B089-6405-4806-AFF5-7DB36E724FF9}" srcOrd="1" destOrd="0" presId="urn:microsoft.com/office/officeart/2018/5/layout/IconCircleLabelList"/>
    <dgm:cxn modelId="{C1F83773-D60E-4F26-A3B4-9C05D23F39E3}" type="presParOf" srcId="{8CA4DBF4-0C51-44CD-931C-36A216C9023B}" destId="{A4983480-9D18-49E7-A4C9-588703CC9650}" srcOrd="2" destOrd="0" presId="urn:microsoft.com/office/officeart/2018/5/layout/IconCircleLabelList"/>
    <dgm:cxn modelId="{26C2BBA4-EDF3-4893-BCEE-6790B023B351}" type="presParOf" srcId="{8CA4DBF4-0C51-44CD-931C-36A216C9023B}" destId="{585F55FD-3DCD-42D1-A52C-2D4015486AFF}" srcOrd="3" destOrd="0" presId="urn:microsoft.com/office/officeart/2018/5/layout/IconCircleLabelList"/>
    <dgm:cxn modelId="{E3F21560-6007-43C8-AB85-BF1432B9CE65}" type="presParOf" srcId="{08382A45-C6A4-4CBD-82A0-AE4BA38FBCDA}" destId="{C186D40D-996D-470C-B74C-421645BDDC2D}" srcOrd="1" destOrd="0" presId="urn:microsoft.com/office/officeart/2018/5/layout/IconCircleLabelList"/>
    <dgm:cxn modelId="{321A924D-EBCC-46BF-BFF5-684873D0023E}" type="presParOf" srcId="{08382A45-C6A4-4CBD-82A0-AE4BA38FBCDA}" destId="{8D6FF8DD-C846-4302-B6D1-395654395594}" srcOrd="2" destOrd="0" presId="urn:microsoft.com/office/officeart/2018/5/layout/IconCircleLabelList"/>
    <dgm:cxn modelId="{58AD9E9F-7F84-44E8-8553-AAB093DD4FD5}" type="presParOf" srcId="{8D6FF8DD-C846-4302-B6D1-395654395594}" destId="{D5A9DB3D-C5C9-4C89-ABC3-1F727D4C7E2F}" srcOrd="0" destOrd="0" presId="urn:microsoft.com/office/officeart/2018/5/layout/IconCircleLabelList"/>
    <dgm:cxn modelId="{94CEB7E8-81A3-4E84-91F8-5059AB73A002}" type="presParOf" srcId="{8D6FF8DD-C846-4302-B6D1-395654395594}" destId="{6741D15B-6FBD-43E1-AA16-81183DEEEC0B}" srcOrd="1" destOrd="0" presId="urn:microsoft.com/office/officeart/2018/5/layout/IconCircleLabelList"/>
    <dgm:cxn modelId="{4521DBCC-30F4-4642-BF4E-B1619CF604B8}" type="presParOf" srcId="{8D6FF8DD-C846-4302-B6D1-395654395594}" destId="{839836CC-9C86-44A0-821C-2A87C29E1CDE}" srcOrd="2" destOrd="0" presId="urn:microsoft.com/office/officeart/2018/5/layout/IconCircleLabelList"/>
    <dgm:cxn modelId="{ACEE9C93-9F1B-410C-A7B9-D329E1E92C7A}" type="presParOf" srcId="{8D6FF8DD-C846-4302-B6D1-395654395594}" destId="{210B1723-B039-400D-B96A-6AD2A3519FAD}" srcOrd="3" destOrd="0" presId="urn:microsoft.com/office/officeart/2018/5/layout/IconCircleLabelList"/>
    <dgm:cxn modelId="{D2467A6A-B96F-470D-80F5-BFE466D0306C}" type="presParOf" srcId="{08382A45-C6A4-4CBD-82A0-AE4BA38FBCDA}" destId="{461FC77C-218A-4B2B-A6F1-B3FA7FB464BD}" srcOrd="3" destOrd="0" presId="urn:microsoft.com/office/officeart/2018/5/layout/IconCircleLabelList"/>
    <dgm:cxn modelId="{1A2C5F9B-6828-4910-81E5-D903FD5EF28A}" type="presParOf" srcId="{08382A45-C6A4-4CBD-82A0-AE4BA38FBCDA}" destId="{D20FFF5B-9CB5-4013-9BB8-AECCBBD7EB6F}" srcOrd="4" destOrd="0" presId="urn:microsoft.com/office/officeart/2018/5/layout/IconCircleLabelList"/>
    <dgm:cxn modelId="{0C8BE248-530E-4722-B24A-A5CD55A9CEA6}" type="presParOf" srcId="{D20FFF5B-9CB5-4013-9BB8-AECCBBD7EB6F}" destId="{6290498E-BDC7-4EF3-B122-774C6CDCE153}" srcOrd="0" destOrd="0" presId="urn:microsoft.com/office/officeart/2018/5/layout/IconCircleLabelList"/>
    <dgm:cxn modelId="{C7F31E39-A7A9-4844-9497-B42D153C297A}" type="presParOf" srcId="{D20FFF5B-9CB5-4013-9BB8-AECCBBD7EB6F}" destId="{9D2660C5-27D8-464F-8EE8-8A151AF5EDDE}" srcOrd="1" destOrd="0" presId="urn:microsoft.com/office/officeart/2018/5/layout/IconCircleLabelList"/>
    <dgm:cxn modelId="{507A10E9-40DD-4F14-BAF8-CD892375EC36}" type="presParOf" srcId="{D20FFF5B-9CB5-4013-9BB8-AECCBBD7EB6F}" destId="{A21B96C3-0F59-4BEB-BB70-6E1B9F0064DC}" srcOrd="2" destOrd="0" presId="urn:microsoft.com/office/officeart/2018/5/layout/IconCircleLabelList"/>
    <dgm:cxn modelId="{9AD55397-CA75-42C0-9C66-9109118D804E}" type="presParOf" srcId="{D20FFF5B-9CB5-4013-9BB8-AECCBBD7EB6F}" destId="{85ADFF19-6350-4B60-BC3F-7A5300340B02}" srcOrd="3" destOrd="0" presId="urn:microsoft.com/office/officeart/2018/5/layout/IconCircleLabelList"/>
    <dgm:cxn modelId="{53CA2B1F-7AD7-4A18-81EE-BB8BF79AF8F1}" type="presParOf" srcId="{08382A45-C6A4-4CBD-82A0-AE4BA38FBCDA}" destId="{306623AE-1EA3-4798-9468-9EFF84BC8A0C}" srcOrd="5" destOrd="0" presId="urn:microsoft.com/office/officeart/2018/5/layout/IconCircleLabelList"/>
    <dgm:cxn modelId="{F26E158F-A48D-4F41-8D5A-D7D37F1B9C50}" type="presParOf" srcId="{08382A45-C6A4-4CBD-82A0-AE4BA38FBCDA}" destId="{6762B4FC-1287-444D-9396-9992F7007E9B}" srcOrd="6" destOrd="0" presId="urn:microsoft.com/office/officeart/2018/5/layout/IconCircleLabelList"/>
    <dgm:cxn modelId="{C96E3511-463E-4A28-9CD6-E304CD90969A}" type="presParOf" srcId="{6762B4FC-1287-444D-9396-9992F7007E9B}" destId="{40CD2DE9-74D7-45E6-9D00-65FB3EF91563}" srcOrd="0" destOrd="0" presId="urn:microsoft.com/office/officeart/2018/5/layout/IconCircleLabelList"/>
    <dgm:cxn modelId="{CCF46DE0-FA0D-495B-B08A-F4C472F7E37F}" type="presParOf" srcId="{6762B4FC-1287-444D-9396-9992F7007E9B}" destId="{A6C69679-285B-47E6-A6B5-E55D9319E168}" srcOrd="1" destOrd="0" presId="urn:microsoft.com/office/officeart/2018/5/layout/IconCircleLabelList"/>
    <dgm:cxn modelId="{4C75C190-58EF-430D-BB98-8A55B873260C}" type="presParOf" srcId="{6762B4FC-1287-444D-9396-9992F7007E9B}" destId="{15EB4AC5-7810-4CB6-9E47-910262B46E12}" srcOrd="2" destOrd="0" presId="urn:microsoft.com/office/officeart/2018/5/layout/IconCircleLabelList"/>
    <dgm:cxn modelId="{B707E652-226F-4EB5-8DDB-F8FE718AE244}" type="presParOf" srcId="{6762B4FC-1287-444D-9396-9992F7007E9B}" destId="{F0844178-33B9-4B98-8C3C-C70E72677AA2}" srcOrd="3" destOrd="0" presId="urn:microsoft.com/office/officeart/2018/5/layout/IconCircleLabelList"/>
    <dgm:cxn modelId="{CA751444-E00D-49DF-AB33-B56FF9D81BD0}" type="presParOf" srcId="{08382A45-C6A4-4CBD-82A0-AE4BA38FBCDA}" destId="{4910BFD8-80C5-4AD9-80F1-3DD2BCF0C03E}" srcOrd="7" destOrd="0" presId="urn:microsoft.com/office/officeart/2018/5/layout/IconCircleLabelList"/>
    <dgm:cxn modelId="{18FC1674-A514-4EFD-B57D-D92AF8A81004}" type="presParOf" srcId="{08382A45-C6A4-4CBD-82A0-AE4BA38FBCDA}" destId="{8532EED0-6013-4F50-8973-E294E16205F2}" srcOrd="8" destOrd="0" presId="urn:microsoft.com/office/officeart/2018/5/layout/IconCircleLabelList"/>
    <dgm:cxn modelId="{53E3B7C7-D6B5-406C-8DA7-8F223D186882}" type="presParOf" srcId="{8532EED0-6013-4F50-8973-E294E16205F2}" destId="{7DF59BED-477B-4EF0-809D-805646283C25}" srcOrd="0" destOrd="0" presId="urn:microsoft.com/office/officeart/2018/5/layout/IconCircleLabelList"/>
    <dgm:cxn modelId="{A8290E91-5EB9-41EA-AE0A-F82E06D22BB3}" type="presParOf" srcId="{8532EED0-6013-4F50-8973-E294E16205F2}" destId="{82B56F7F-9D00-4E21-9B44-A64253E3C3EF}" srcOrd="1" destOrd="0" presId="urn:microsoft.com/office/officeart/2018/5/layout/IconCircleLabelList"/>
    <dgm:cxn modelId="{387D720E-13CD-4375-A1E4-1778BB98F770}" type="presParOf" srcId="{8532EED0-6013-4F50-8973-E294E16205F2}" destId="{5E143E74-00C9-4BCA-A9B5-4C300A15951D}" srcOrd="2" destOrd="0" presId="urn:microsoft.com/office/officeart/2018/5/layout/IconCircleLabelList"/>
    <dgm:cxn modelId="{65396B32-DD8F-46B3-B0F3-1CC4098598FC}" type="presParOf" srcId="{8532EED0-6013-4F50-8973-E294E16205F2}" destId="{642801F1-50D2-420F-ADE3-3E5F8C0C3A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F45B40-E53B-4739-9884-6324D46852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E58F5B-B259-4F27-AF07-FF8313B4182E}">
      <dgm:prSet/>
      <dgm:spPr/>
      <dgm:t>
        <a:bodyPr/>
        <a:lstStyle/>
        <a:p>
          <a:r>
            <a:rPr lang="en-US"/>
            <a:t>Social engineering is more of a threat of people.</a:t>
          </a:r>
        </a:p>
      </dgm:t>
    </dgm:pt>
    <dgm:pt modelId="{2856A658-ACAF-49BC-9B65-7D5250BA9959}" type="parTrans" cxnId="{68B6B658-B9E5-4E2B-8F57-90B85EDE5974}">
      <dgm:prSet/>
      <dgm:spPr/>
      <dgm:t>
        <a:bodyPr/>
        <a:lstStyle/>
        <a:p>
          <a:endParaRPr lang="en-US"/>
        </a:p>
      </dgm:t>
    </dgm:pt>
    <dgm:pt modelId="{FDCF2D1B-2C9E-4569-9CB1-4A240FECFD8B}" type="sibTrans" cxnId="{68B6B658-B9E5-4E2B-8F57-90B85EDE5974}">
      <dgm:prSet/>
      <dgm:spPr/>
      <dgm:t>
        <a:bodyPr/>
        <a:lstStyle/>
        <a:p>
          <a:endParaRPr lang="en-US"/>
        </a:p>
      </dgm:t>
    </dgm:pt>
    <dgm:pt modelId="{52A45118-4A4E-4E60-B258-A56573E854EF}">
      <dgm:prSet/>
      <dgm:spPr/>
      <dgm:t>
        <a:bodyPr/>
        <a:lstStyle/>
        <a:p>
          <a:r>
            <a:rPr lang="en-US"/>
            <a:t>Conventional training is effective, though the effect is short-term.</a:t>
          </a:r>
        </a:p>
      </dgm:t>
    </dgm:pt>
    <dgm:pt modelId="{824808D1-CCF8-433B-97D2-7CA657274C17}" type="parTrans" cxnId="{DB28788B-AD11-4E00-B0D3-4240DCCBA1DE}">
      <dgm:prSet/>
      <dgm:spPr/>
      <dgm:t>
        <a:bodyPr/>
        <a:lstStyle/>
        <a:p>
          <a:endParaRPr lang="en-US"/>
        </a:p>
      </dgm:t>
    </dgm:pt>
    <dgm:pt modelId="{3A296890-DE28-4676-BD99-6B75EEFC9E51}" type="sibTrans" cxnId="{DB28788B-AD11-4E00-B0D3-4240DCCBA1DE}">
      <dgm:prSet/>
      <dgm:spPr/>
      <dgm:t>
        <a:bodyPr/>
        <a:lstStyle/>
        <a:p>
          <a:endParaRPr lang="en-US"/>
        </a:p>
      </dgm:t>
    </dgm:pt>
    <dgm:pt modelId="{77E897A4-2EF6-43C8-8F53-1836EAEF6470}">
      <dgm:prSet/>
      <dgm:spPr/>
      <dgm:t>
        <a:bodyPr/>
        <a:lstStyle/>
        <a:p>
          <a:r>
            <a:rPr lang="en-US"/>
            <a:t>Adaptive learning and long-term assessment are very important.</a:t>
          </a:r>
        </a:p>
      </dgm:t>
    </dgm:pt>
    <dgm:pt modelId="{0274C8B6-8C4B-4468-967D-AD005E1D5B11}" type="parTrans" cxnId="{C349B134-E92F-48E9-BEF0-AA9349704F5B}">
      <dgm:prSet/>
      <dgm:spPr/>
      <dgm:t>
        <a:bodyPr/>
        <a:lstStyle/>
        <a:p>
          <a:endParaRPr lang="en-US"/>
        </a:p>
      </dgm:t>
    </dgm:pt>
    <dgm:pt modelId="{34887F26-BD7A-4109-9C48-BF0C8216F3B2}" type="sibTrans" cxnId="{C349B134-E92F-48E9-BEF0-AA9349704F5B}">
      <dgm:prSet/>
      <dgm:spPr/>
      <dgm:t>
        <a:bodyPr/>
        <a:lstStyle/>
        <a:p>
          <a:endParaRPr lang="en-US"/>
        </a:p>
      </dgm:t>
    </dgm:pt>
    <dgm:pt modelId="{35A6BB4E-0D95-4544-8447-14E37E1AD1E3}">
      <dgm:prSet/>
      <dgm:spPr/>
      <dgm:t>
        <a:bodyPr/>
        <a:lstStyle/>
        <a:p>
          <a:r>
            <a:rPr lang="en-US"/>
            <a:t>Resilience framework is proposed to enhance resistance + minimize vulnerability.</a:t>
          </a:r>
        </a:p>
      </dgm:t>
    </dgm:pt>
    <dgm:pt modelId="{53F55F50-A07E-477B-96B5-34B2D208D513}" type="parTrans" cxnId="{C47F1995-619B-4BD8-88BD-EFDE7418FEB5}">
      <dgm:prSet/>
      <dgm:spPr/>
      <dgm:t>
        <a:bodyPr/>
        <a:lstStyle/>
        <a:p>
          <a:endParaRPr lang="en-US"/>
        </a:p>
      </dgm:t>
    </dgm:pt>
    <dgm:pt modelId="{AE3921A1-8D7F-4F3F-A04B-1F333C8C39D9}" type="sibTrans" cxnId="{C47F1995-619B-4BD8-88BD-EFDE7418FEB5}">
      <dgm:prSet/>
      <dgm:spPr/>
      <dgm:t>
        <a:bodyPr/>
        <a:lstStyle/>
        <a:p>
          <a:endParaRPr lang="en-US"/>
        </a:p>
      </dgm:t>
    </dgm:pt>
    <dgm:pt modelId="{997BB073-0970-438B-A911-D20696CBAD0B}">
      <dgm:prSet/>
      <dgm:spPr/>
      <dgm:t>
        <a:bodyPr/>
        <a:lstStyle/>
        <a:p>
          <a:r>
            <a:rPr lang="en-US"/>
            <a:t>Future: deploy model in other industries and combine real-time threat intelligence.</a:t>
          </a:r>
        </a:p>
      </dgm:t>
    </dgm:pt>
    <dgm:pt modelId="{08284ADC-0CF7-4C38-A015-B76BED3ABCF3}" type="parTrans" cxnId="{2526E4A4-2DF1-4AD6-B9EA-EF5CE56E8D2A}">
      <dgm:prSet/>
      <dgm:spPr/>
      <dgm:t>
        <a:bodyPr/>
        <a:lstStyle/>
        <a:p>
          <a:endParaRPr lang="en-US"/>
        </a:p>
      </dgm:t>
    </dgm:pt>
    <dgm:pt modelId="{B65E382E-75D6-42EB-8574-48CE6CA86D7B}" type="sibTrans" cxnId="{2526E4A4-2DF1-4AD6-B9EA-EF5CE56E8D2A}">
      <dgm:prSet/>
      <dgm:spPr/>
      <dgm:t>
        <a:bodyPr/>
        <a:lstStyle/>
        <a:p>
          <a:endParaRPr lang="en-US"/>
        </a:p>
      </dgm:t>
    </dgm:pt>
    <dgm:pt modelId="{661B7218-B120-F04F-B3D2-2C4D1FFD5DD2}" type="pres">
      <dgm:prSet presAssocID="{D0F45B40-E53B-4739-9884-6324D46852BF}" presName="linear" presStyleCnt="0">
        <dgm:presLayoutVars>
          <dgm:animLvl val="lvl"/>
          <dgm:resizeHandles val="exact"/>
        </dgm:presLayoutVars>
      </dgm:prSet>
      <dgm:spPr/>
    </dgm:pt>
    <dgm:pt modelId="{A2150C1A-965A-5046-859B-719D6E8FEC21}" type="pres">
      <dgm:prSet presAssocID="{7EE58F5B-B259-4F27-AF07-FF8313B418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5C9E239-5643-1247-AEC2-E4B46C709484}" type="pres">
      <dgm:prSet presAssocID="{FDCF2D1B-2C9E-4569-9CB1-4A240FECFD8B}" presName="spacer" presStyleCnt="0"/>
      <dgm:spPr/>
    </dgm:pt>
    <dgm:pt modelId="{1869097D-5AC7-9340-8F05-ED1D4E33272B}" type="pres">
      <dgm:prSet presAssocID="{52A45118-4A4E-4E60-B258-A56573E854E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FB30CC5-0211-1549-BB41-3BBB007C4F39}" type="pres">
      <dgm:prSet presAssocID="{3A296890-DE28-4676-BD99-6B75EEFC9E51}" presName="spacer" presStyleCnt="0"/>
      <dgm:spPr/>
    </dgm:pt>
    <dgm:pt modelId="{D65206CB-CEEC-9149-9E1E-C231346CD54B}" type="pres">
      <dgm:prSet presAssocID="{77E897A4-2EF6-43C8-8F53-1836EAEF647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7B7440-D3FB-E446-947A-8FD3EE0DCB6F}" type="pres">
      <dgm:prSet presAssocID="{34887F26-BD7A-4109-9C48-BF0C8216F3B2}" presName="spacer" presStyleCnt="0"/>
      <dgm:spPr/>
    </dgm:pt>
    <dgm:pt modelId="{5FFE767B-4B1E-8B49-9904-F3D3A23F97A6}" type="pres">
      <dgm:prSet presAssocID="{35A6BB4E-0D95-4544-8447-14E37E1AD1E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13A46A-4D33-BE40-B12B-62B2F48CA497}" type="pres">
      <dgm:prSet presAssocID="{AE3921A1-8D7F-4F3F-A04B-1F333C8C39D9}" presName="spacer" presStyleCnt="0"/>
      <dgm:spPr/>
    </dgm:pt>
    <dgm:pt modelId="{DA1F1281-DC9A-E84A-974E-68DF3DD2590A}" type="pres">
      <dgm:prSet presAssocID="{997BB073-0970-438B-A911-D20696CBAD0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9FCA50C-82B8-C24F-9072-42BAA4949A3E}" type="presOf" srcId="{7EE58F5B-B259-4F27-AF07-FF8313B4182E}" destId="{A2150C1A-965A-5046-859B-719D6E8FEC21}" srcOrd="0" destOrd="0" presId="urn:microsoft.com/office/officeart/2005/8/layout/vList2"/>
    <dgm:cxn modelId="{3EC6650F-5077-F843-8081-1CA52B27D2C6}" type="presOf" srcId="{D0F45B40-E53B-4739-9884-6324D46852BF}" destId="{661B7218-B120-F04F-B3D2-2C4D1FFD5DD2}" srcOrd="0" destOrd="0" presId="urn:microsoft.com/office/officeart/2005/8/layout/vList2"/>
    <dgm:cxn modelId="{D3761022-4150-A54C-A22C-D4A316B3B9AC}" type="presOf" srcId="{997BB073-0970-438B-A911-D20696CBAD0B}" destId="{DA1F1281-DC9A-E84A-974E-68DF3DD2590A}" srcOrd="0" destOrd="0" presId="urn:microsoft.com/office/officeart/2005/8/layout/vList2"/>
    <dgm:cxn modelId="{68D40F2F-C336-C049-9E54-48FF06606C8C}" type="presOf" srcId="{52A45118-4A4E-4E60-B258-A56573E854EF}" destId="{1869097D-5AC7-9340-8F05-ED1D4E33272B}" srcOrd="0" destOrd="0" presId="urn:microsoft.com/office/officeart/2005/8/layout/vList2"/>
    <dgm:cxn modelId="{5D86B02F-D221-234A-B9D5-0326C09B5E99}" type="presOf" srcId="{77E897A4-2EF6-43C8-8F53-1836EAEF6470}" destId="{D65206CB-CEEC-9149-9E1E-C231346CD54B}" srcOrd="0" destOrd="0" presId="urn:microsoft.com/office/officeart/2005/8/layout/vList2"/>
    <dgm:cxn modelId="{C349B134-E92F-48E9-BEF0-AA9349704F5B}" srcId="{D0F45B40-E53B-4739-9884-6324D46852BF}" destId="{77E897A4-2EF6-43C8-8F53-1836EAEF6470}" srcOrd="2" destOrd="0" parTransId="{0274C8B6-8C4B-4468-967D-AD005E1D5B11}" sibTransId="{34887F26-BD7A-4109-9C48-BF0C8216F3B2}"/>
    <dgm:cxn modelId="{68B6B658-B9E5-4E2B-8F57-90B85EDE5974}" srcId="{D0F45B40-E53B-4739-9884-6324D46852BF}" destId="{7EE58F5B-B259-4F27-AF07-FF8313B4182E}" srcOrd="0" destOrd="0" parTransId="{2856A658-ACAF-49BC-9B65-7D5250BA9959}" sibTransId="{FDCF2D1B-2C9E-4569-9CB1-4A240FECFD8B}"/>
    <dgm:cxn modelId="{DB28788B-AD11-4E00-B0D3-4240DCCBA1DE}" srcId="{D0F45B40-E53B-4739-9884-6324D46852BF}" destId="{52A45118-4A4E-4E60-B258-A56573E854EF}" srcOrd="1" destOrd="0" parTransId="{824808D1-CCF8-433B-97D2-7CA657274C17}" sibTransId="{3A296890-DE28-4676-BD99-6B75EEFC9E51}"/>
    <dgm:cxn modelId="{E94FC690-86A2-0544-8EF9-0AC73A776C72}" type="presOf" srcId="{35A6BB4E-0D95-4544-8447-14E37E1AD1E3}" destId="{5FFE767B-4B1E-8B49-9904-F3D3A23F97A6}" srcOrd="0" destOrd="0" presId="urn:microsoft.com/office/officeart/2005/8/layout/vList2"/>
    <dgm:cxn modelId="{C47F1995-619B-4BD8-88BD-EFDE7418FEB5}" srcId="{D0F45B40-E53B-4739-9884-6324D46852BF}" destId="{35A6BB4E-0D95-4544-8447-14E37E1AD1E3}" srcOrd="3" destOrd="0" parTransId="{53F55F50-A07E-477B-96B5-34B2D208D513}" sibTransId="{AE3921A1-8D7F-4F3F-A04B-1F333C8C39D9}"/>
    <dgm:cxn modelId="{2526E4A4-2DF1-4AD6-B9EA-EF5CE56E8D2A}" srcId="{D0F45B40-E53B-4739-9884-6324D46852BF}" destId="{997BB073-0970-438B-A911-D20696CBAD0B}" srcOrd="4" destOrd="0" parTransId="{08284ADC-0CF7-4C38-A015-B76BED3ABCF3}" sibTransId="{B65E382E-75D6-42EB-8574-48CE6CA86D7B}"/>
    <dgm:cxn modelId="{C531CAF5-BA4E-1643-A9ED-9010DD53DCFA}" type="presParOf" srcId="{661B7218-B120-F04F-B3D2-2C4D1FFD5DD2}" destId="{A2150C1A-965A-5046-859B-719D6E8FEC21}" srcOrd="0" destOrd="0" presId="urn:microsoft.com/office/officeart/2005/8/layout/vList2"/>
    <dgm:cxn modelId="{106CF50B-6344-694B-ACC6-747AD9D30289}" type="presParOf" srcId="{661B7218-B120-F04F-B3D2-2C4D1FFD5DD2}" destId="{75C9E239-5643-1247-AEC2-E4B46C709484}" srcOrd="1" destOrd="0" presId="urn:microsoft.com/office/officeart/2005/8/layout/vList2"/>
    <dgm:cxn modelId="{32859DB1-5A4E-C244-B65C-3C05C5AED3FE}" type="presParOf" srcId="{661B7218-B120-F04F-B3D2-2C4D1FFD5DD2}" destId="{1869097D-5AC7-9340-8F05-ED1D4E33272B}" srcOrd="2" destOrd="0" presId="urn:microsoft.com/office/officeart/2005/8/layout/vList2"/>
    <dgm:cxn modelId="{381F31EB-50A6-9549-A38D-8C0CE84EB1B5}" type="presParOf" srcId="{661B7218-B120-F04F-B3D2-2C4D1FFD5DD2}" destId="{CFB30CC5-0211-1549-BB41-3BBB007C4F39}" srcOrd="3" destOrd="0" presId="urn:microsoft.com/office/officeart/2005/8/layout/vList2"/>
    <dgm:cxn modelId="{3A7AE75D-1761-8A44-9ACB-BD0C679F08C7}" type="presParOf" srcId="{661B7218-B120-F04F-B3D2-2C4D1FFD5DD2}" destId="{D65206CB-CEEC-9149-9E1E-C231346CD54B}" srcOrd="4" destOrd="0" presId="urn:microsoft.com/office/officeart/2005/8/layout/vList2"/>
    <dgm:cxn modelId="{ECEF18B0-30B7-9F45-9FBD-BC6AD43ECFB9}" type="presParOf" srcId="{661B7218-B120-F04F-B3D2-2C4D1FFD5DD2}" destId="{6F7B7440-D3FB-E446-947A-8FD3EE0DCB6F}" srcOrd="5" destOrd="0" presId="urn:microsoft.com/office/officeart/2005/8/layout/vList2"/>
    <dgm:cxn modelId="{CE10330B-164A-844C-8D0D-AC258DD81435}" type="presParOf" srcId="{661B7218-B120-F04F-B3D2-2C4D1FFD5DD2}" destId="{5FFE767B-4B1E-8B49-9904-F3D3A23F97A6}" srcOrd="6" destOrd="0" presId="urn:microsoft.com/office/officeart/2005/8/layout/vList2"/>
    <dgm:cxn modelId="{D67F8B77-F3E6-5945-ADF0-AF732C12D04C}" type="presParOf" srcId="{661B7218-B120-F04F-B3D2-2C4D1FFD5DD2}" destId="{5013A46A-4D33-BE40-B12B-62B2F48CA497}" srcOrd="7" destOrd="0" presId="urn:microsoft.com/office/officeart/2005/8/layout/vList2"/>
    <dgm:cxn modelId="{A7D85D22-FD4B-3A43-BF19-49A0FA2D97E9}" type="presParOf" srcId="{661B7218-B120-F04F-B3D2-2C4D1FFD5DD2}" destId="{DA1F1281-DC9A-E84A-974E-68DF3DD2590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F4E5DC-9D26-428F-ABBD-32626C29D6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3B5744-2E37-473C-9832-579457EA94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IP tunneling as part of the Firewall</a:t>
          </a:r>
        </a:p>
      </dgm:t>
    </dgm:pt>
    <dgm:pt modelId="{D81EAC18-34AA-4164-8D6E-6059FB572FCB}" type="parTrans" cxnId="{F3D5488B-727E-435C-9392-B9F6CABFB4DB}">
      <dgm:prSet/>
      <dgm:spPr/>
      <dgm:t>
        <a:bodyPr/>
        <a:lstStyle/>
        <a:p>
          <a:endParaRPr lang="en-US"/>
        </a:p>
      </dgm:t>
    </dgm:pt>
    <dgm:pt modelId="{EBAE2E84-3CC7-48EA-BEE6-F8BEBA678238}" type="sibTrans" cxnId="{F3D5488B-727E-435C-9392-B9F6CABFB4DB}">
      <dgm:prSet/>
      <dgm:spPr/>
      <dgm:t>
        <a:bodyPr/>
        <a:lstStyle/>
        <a:p>
          <a:endParaRPr lang="en-US"/>
        </a:p>
      </dgm:t>
    </dgm:pt>
    <dgm:pt modelId="{8437D584-ABDB-42B9-B428-8D3F121BE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Remote access for users outside the network</a:t>
          </a:r>
        </a:p>
      </dgm:t>
    </dgm:pt>
    <dgm:pt modelId="{0D17EE05-7689-4C2A-AF57-3BC281B5CE51}" type="parTrans" cxnId="{ADD05180-CFEF-467B-8621-91845319A23A}">
      <dgm:prSet/>
      <dgm:spPr/>
      <dgm:t>
        <a:bodyPr/>
        <a:lstStyle/>
        <a:p>
          <a:endParaRPr lang="en-US"/>
        </a:p>
      </dgm:t>
    </dgm:pt>
    <dgm:pt modelId="{F4B3A277-F15B-45E0-957F-07640DC5619A}" type="sibTrans" cxnId="{ADD05180-CFEF-467B-8621-91845319A23A}">
      <dgm:prSet/>
      <dgm:spPr/>
      <dgm:t>
        <a:bodyPr/>
        <a:lstStyle/>
        <a:p>
          <a:endParaRPr lang="en-US"/>
        </a:p>
      </dgm:t>
    </dgm:pt>
    <dgm:pt modelId="{DBFBD138-A68F-4B5F-A50A-2D95E9F1C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Users connect to private LAN network receive IP address range from 10.10.10.1 - 10.10.10.10</a:t>
          </a:r>
        </a:p>
      </dgm:t>
    </dgm:pt>
    <dgm:pt modelId="{AF928C00-37BB-47E6-98C8-0C5BB77FA361}" type="parTrans" cxnId="{067FFAA3-4EA0-4A11-B180-05B659EED336}">
      <dgm:prSet/>
      <dgm:spPr/>
      <dgm:t>
        <a:bodyPr/>
        <a:lstStyle/>
        <a:p>
          <a:endParaRPr lang="en-US"/>
        </a:p>
      </dgm:t>
    </dgm:pt>
    <dgm:pt modelId="{D8102890-79D0-4069-A5C3-A5D648B60952}" type="sibTrans" cxnId="{067FFAA3-4EA0-4A11-B180-05B659EED336}">
      <dgm:prSet/>
      <dgm:spPr/>
      <dgm:t>
        <a:bodyPr/>
        <a:lstStyle/>
        <a:p>
          <a:endParaRPr lang="en-US"/>
        </a:p>
      </dgm:t>
    </dgm:pt>
    <dgm:pt modelId="{AEF6508D-B543-4B8D-8406-76CE09AC7975}" type="pres">
      <dgm:prSet presAssocID="{45F4E5DC-9D26-428F-ABBD-32626C29D605}" presName="root" presStyleCnt="0">
        <dgm:presLayoutVars>
          <dgm:dir/>
          <dgm:resizeHandles val="exact"/>
        </dgm:presLayoutVars>
      </dgm:prSet>
      <dgm:spPr/>
    </dgm:pt>
    <dgm:pt modelId="{03443D7F-92F8-4B6F-B8A8-20F8916143A5}" type="pres">
      <dgm:prSet presAssocID="{F23B5744-2E37-473C-9832-579457EA9472}" presName="compNode" presStyleCnt="0"/>
      <dgm:spPr/>
    </dgm:pt>
    <dgm:pt modelId="{315D8EC5-641C-401A-9F01-5782AE4E6F28}" type="pres">
      <dgm:prSet presAssocID="{F23B5744-2E37-473C-9832-579457EA9472}" presName="bgRect" presStyleLbl="bgShp" presStyleIdx="0" presStyleCnt="3"/>
      <dgm:spPr/>
    </dgm:pt>
    <dgm:pt modelId="{6B76DDEF-2636-4799-B741-0B0670D301D0}" type="pres">
      <dgm:prSet presAssocID="{F23B5744-2E37-473C-9832-579457EA94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8E9A512-8804-449D-AD84-9A1CE19DEF2D}" type="pres">
      <dgm:prSet presAssocID="{F23B5744-2E37-473C-9832-579457EA9472}" presName="spaceRect" presStyleCnt="0"/>
      <dgm:spPr/>
    </dgm:pt>
    <dgm:pt modelId="{05818ADA-4034-4B5D-8B05-C883E494CA1C}" type="pres">
      <dgm:prSet presAssocID="{F23B5744-2E37-473C-9832-579457EA9472}" presName="parTx" presStyleLbl="revTx" presStyleIdx="0" presStyleCnt="3">
        <dgm:presLayoutVars>
          <dgm:chMax val="0"/>
          <dgm:chPref val="0"/>
        </dgm:presLayoutVars>
      </dgm:prSet>
      <dgm:spPr/>
    </dgm:pt>
    <dgm:pt modelId="{A94ABCA9-A7CA-4ADB-B7F4-C934C62914BB}" type="pres">
      <dgm:prSet presAssocID="{EBAE2E84-3CC7-48EA-BEE6-F8BEBA678238}" presName="sibTrans" presStyleCnt="0"/>
      <dgm:spPr/>
    </dgm:pt>
    <dgm:pt modelId="{A3B63B30-9271-4A85-A555-DD8453846D2C}" type="pres">
      <dgm:prSet presAssocID="{8437D584-ABDB-42B9-B428-8D3F121BE423}" presName="compNode" presStyleCnt="0"/>
      <dgm:spPr/>
    </dgm:pt>
    <dgm:pt modelId="{F75AC583-69FF-4A47-B972-DC757487F607}" type="pres">
      <dgm:prSet presAssocID="{8437D584-ABDB-42B9-B428-8D3F121BE423}" presName="bgRect" presStyleLbl="bgShp" presStyleIdx="1" presStyleCnt="3"/>
      <dgm:spPr/>
    </dgm:pt>
    <dgm:pt modelId="{056CDCDB-D0E7-4C66-A1BA-6423A2FD59EF}" type="pres">
      <dgm:prSet presAssocID="{8437D584-ABDB-42B9-B428-8D3F121BE42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4D581BA-C66A-4570-9369-407BD5E74B68}" type="pres">
      <dgm:prSet presAssocID="{8437D584-ABDB-42B9-B428-8D3F121BE423}" presName="spaceRect" presStyleCnt="0"/>
      <dgm:spPr/>
    </dgm:pt>
    <dgm:pt modelId="{9A42258B-93AC-4B66-8866-DC60E195229C}" type="pres">
      <dgm:prSet presAssocID="{8437D584-ABDB-42B9-B428-8D3F121BE423}" presName="parTx" presStyleLbl="revTx" presStyleIdx="1" presStyleCnt="3">
        <dgm:presLayoutVars>
          <dgm:chMax val="0"/>
          <dgm:chPref val="0"/>
        </dgm:presLayoutVars>
      </dgm:prSet>
      <dgm:spPr/>
    </dgm:pt>
    <dgm:pt modelId="{48A7F40A-A46A-42A1-A297-5B19DB562F48}" type="pres">
      <dgm:prSet presAssocID="{F4B3A277-F15B-45E0-957F-07640DC5619A}" presName="sibTrans" presStyleCnt="0"/>
      <dgm:spPr/>
    </dgm:pt>
    <dgm:pt modelId="{DC534C15-FE3B-42CA-B17E-44E83DB67B05}" type="pres">
      <dgm:prSet presAssocID="{DBFBD138-A68F-4B5F-A50A-2D95E9F1C3EA}" presName="compNode" presStyleCnt="0"/>
      <dgm:spPr/>
    </dgm:pt>
    <dgm:pt modelId="{9DB6FB98-5B55-45F9-AB3D-4DB6EECE9754}" type="pres">
      <dgm:prSet presAssocID="{DBFBD138-A68F-4B5F-A50A-2D95E9F1C3EA}" presName="bgRect" presStyleLbl="bgShp" presStyleIdx="2" presStyleCnt="3"/>
      <dgm:spPr/>
    </dgm:pt>
    <dgm:pt modelId="{3B8C4739-DD31-43F3-A5A3-1E68F7DF6DE3}" type="pres">
      <dgm:prSet presAssocID="{DBFBD138-A68F-4B5F-A50A-2D95E9F1C3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6DB514C-CC46-4583-A70E-AF1156A43CA5}" type="pres">
      <dgm:prSet presAssocID="{DBFBD138-A68F-4B5F-A50A-2D95E9F1C3EA}" presName="spaceRect" presStyleCnt="0"/>
      <dgm:spPr/>
    </dgm:pt>
    <dgm:pt modelId="{968D8D88-BF33-48A5-9CB0-73514F829D6B}" type="pres">
      <dgm:prSet presAssocID="{DBFBD138-A68F-4B5F-A50A-2D95E9F1C3E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E77601-618A-7448-AC01-9F9D90486E15}" type="presOf" srcId="{45F4E5DC-9D26-428F-ABBD-32626C29D605}" destId="{AEF6508D-B543-4B8D-8406-76CE09AC7975}" srcOrd="0" destOrd="0" presId="urn:microsoft.com/office/officeart/2018/2/layout/IconVerticalSolidList"/>
    <dgm:cxn modelId="{50520157-D642-1649-8F29-A47B80735836}" type="presOf" srcId="{F23B5744-2E37-473C-9832-579457EA9472}" destId="{05818ADA-4034-4B5D-8B05-C883E494CA1C}" srcOrd="0" destOrd="0" presId="urn:microsoft.com/office/officeart/2018/2/layout/IconVerticalSolidList"/>
    <dgm:cxn modelId="{8A793C6F-1BDC-D74F-A51D-F6F4DBEC47A5}" type="presOf" srcId="{8437D584-ABDB-42B9-B428-8D3F121BE423}" destId="{9A42258B-93AC-4B66-8866-DC60E195229C}" srcOrd="0" destOrd="0" presId="urn:microsoft.com/office/officeart/2018/2/layout/IconVerticalSolidList"/>
    <dgm:cxn modelId="{ADD05180-CFEF-467B-8621-91845319A23A}" srcId="{45F4E5DC-9D26-428F-ABBD-32626C29D605}" destId="{8437D584-ABDB-42B9-B428-8D3F121BE423}" srcOrd="1" destOrd="0" parTransId="{0D17EE05-7689-4C2A-AF57-3BC281B5CE51}" sibTransId="{F4B3A277-F15B-45E0-957F-07640DC5619A}"/>
    <dgm:cxn modelId="{F3D5488B-727E-435C-9392-B9F6CABFB4DB}" srcId="{45F4E5DC-9D26-428F-ABBD-32626C29D605}" destId="{F23B5744-2E37-473C-9832-579457EA9472}" srcOrd="0" destOrd="0" parTransId="{D81EAC18-34AA-4164-8D6E-6059FB572FCB}" sibTransId="{EBAE2E84-3CC7-48EA-BEE6-F8BEBA678238}"/>
    <dgm:cxn modelId="{067FFAA3-4EA0-4A11-B180-05B659EED336}" srcId="{45F4E5DC-9D26-428F-ABBD-32626C29D605}" destId="{DBFBD138-A68F-4B5F-A50A-2D95E9F1C3EA}" srcOrd="2" destOrd="0" parTransId="{AF928C00-37BB-47E6-98C8-0C5BB77FA361}" sibTransId="{D8102890-79D0-4069-A5C3-A5D648B60952}"/>
    <dgm:cxn modelId="{B52242F5-315C-C643-B7C1-6B47B585BA20}" type="presOf" srcId="{DBFBD138-A68F-4B5F-A50A-2D95E9F1C3EA}" destId="{968D8D88-BF33-48A5-9CB0-73514F829D6B}" srcOrd="0" destOrd="0" presId="urn:microsoft.com/office/officeart/2018/2/layout/IconVerticalSolidList"/>
    <dgm:cxn modelId="{E034F62B-A579-0F4B-943F-E2C0428B2453}" type="presParOf" srcId="{AEF6508D-B543-4B8D-8406-76CE09AC7975}" destId="{03443D7F-92F8-4B6F-B8A8-20F8916143A5}" srcOrd="0" destOrd="0" presId="urn:microsoft.com/office/officeart/2018/2/layout/IconVerticalSolidList"/>
    <dgm:cxn modelId="{BC3FB778-F07B-9E48-B9CD-7C1EE356020B}" type="presParOf" srcId="{03443D7F-92F8-4B6F-B8A8-20F8916143A5}" destId="{315D8EC5-641C-401A-9F01-5782AE4E6F28}" srcOrd="0" destOrd="0" presId="urn:microsoft.com/office/officeart/2018/2/layout/IconVerticalSolidList"/>
    <dgm:cxn modelId="{F2B9A84B-11C2-4F4D-9EAA-77B1DB39F1BD}" type="presParOf" srcId="{03443D7F-92F8-4B6F-B8A8-20F8916143A5}" destId="{6B76DDEF-2636-4799-B741-0B0670D301D0}" srcOrd="1" destOrd="0" presId="urn:microsoft.com/office/officeart/2018/2/layout/IconVerticalSolidList"/>
    <dgm:cxn modelId="{E63C63E8-2165-B746-A33B-33244955A0F9}" type="presParOf" srcId="{03443D7F-92F8-4B6F-B8A8-20F8916143A5}" destId="{B8E9A512-8804-449D-AD84-9A1CE19DEF2D}" srcOrd="2" destOrd="0" presId="urn:microsoft.com/office/officeart/2018/2/layout/IconVerticalSolidList"/>
    <dgm:cxn modelId="{D7FA5744-1EDC-E444-8D04-609B5F358414}" type="presParOf" srcId="{03443D7F-92F8-4B6F-B8A8-20F8916143A5}" destId="{05818ADA-4034-4B5D-8B05-C883E494CA1C}" srcOrd="3" destOrd="0" presId="urn:microsoft.com/office/officeart/2018/2/layout/IconVerticalSolidList"/>
    <dgm:cxn modelId="{216B4184-949B-D040-96BA-66FBC9896656}" type="presParOf" srcId="{AEF6508D-B543-4B8D-8406-76CE09AC7975}" destId="{A94ABCA9-A7CA-4ADB-B7F4-C934C62914BB}" srcOrd="1" destOrd="0" presId="urn:microsoft.com/office/officeart/2018/2/layout/IconVerticalSolidList"/>
    <dgm:cxn modelId="{2EA0829B-7279-C540-A741-4C019DEC623E}" type="presParOf" srcId="{AEF6508D-B543-4B8D-8406-76CE09AC7975}" destId="{A3B63B30-9271-4A85-A555-DD8453846D2C}" srcOrd="2" destOrd="0" presId="urn:microsoft.com/office/officeart/2018/2/layout/IconVerticalSolidList"/>
    <dgm:cxn modelId="{0D5A929B-D076-B648-A542-DA57EA6E81A6}" type="presParOf" srcId="{A3B63B30-9271-4A85-A555-DD8453846D2C}" destId="{F75AC583-69FF-4A47-B972-DC757487F607}" srcOrd="0" destOrd="0" presId="urn:microsoft.com/office/officeart/2018/2/layout/IconVerticalSolidList"/>
    <dgm:cxn modelId="{0400CD19-E9E1-3A4C-A494-786F398E1C1F}" type="presParOf" srcId="{A3B63B30-9271-4A85-A555-DD8453846D2C}" destId="{056CDCDB-D0E7-4C66-A1BA-6423A2FD59EF}" srcOrd="1" destOrd="0" presId="urn:microsoft.com/office/officeart/2018/2/layout/IconVerticalSolidList"/>
    <dgm:cxn modelId="{AC6DD038-B642-DA4F-8286-246A1ED630A0}" type="presParOf" srcId="{A3B63B30-9271-4A85-A555-DD8453846D2C}" destId="{04D581BA-C66A-4570-9369-407BD5E74B68}" srcOrd="2" destOrd="0" presId="urn:microsoft.com/office/officeart/2018/2/layout/IconVerticalSolidList"/>
    <dgm:cxn modelId="{4B9D588A-2C36-E944-A924-AD31B1B0A556}" type="presParOf" srcId="{A3B63B30-9271-4A85-A555-DD8453846D2C}" destId="{9A42258B-93AC-4B66-8866-DC60E195229C}" srcOrd="3" destOrd="0" presId="urn:microsoft.com/office/officeart/2018/2/layout/IconVerticalSolidList"/>
    <dgm:cxn modelId="{251EEC57-E3A3-3549-BADB-181042E99A6B}" type="presParOf" srcId="{AEF6508D-B543-4B8D-8406-76CE09AC7975}" destId="{48A7F40A-A46A-42A1-A297-5B19DB562F48}" srcOrd="3" destOrd="0" presId="urn:microsoft.com/office/officeart/2018/2/layout/IconVerticalSolidList"/>
    <dgm:cxn modelId="{18DA8AD1-13A7-8E4B-B5AD-B64EB84CD372}" type="presParOf" srcId="{AEF6508D-B543-4B8D-8406-76CE09AC7975}" destId="{DC534C15-FE3B-42CA-B17E-44E83DB67B05}" srcOrd="4" destOrd="0" presId="urn:microsoft.com/office/officeart/2018/2/layout/IconVerticalSolidList"/>
    <dgm:cxn modelId="{B3E9D134-FB96-FC4E-9A44-601A58C8AC29}" type="presParOf" srcId="{DC534C15-FE3B-42CA-B17E-44E83DB67B05}" destId="{9DB6FB98-5B55-45F9-AB3D-4DB6EECE9754}" srcOrd="0" destOrd="0" presId="urn:microsoft.com/office/officeart/2018/2/layout/IconVerticalSolidList"/>
    <dgm:cxn modelId="{472C20BE-456A-094C-880A-BF2D80C67D0D}" type="presParOf" srcId="{DC534C15-FE3B-42CA-B17E-44E83DB67B05}" destId="{3B8C4739-DD31-43F3-A5A3-1E68F7DF6DE3}" srcOrd="1" destOrd="0" presId="urn:microsoft.com/office/officeart/2018/2/layout/IconVerticalSolidList"/>
    <dgm:cxn modelId="{C262BC2B-2DF2-514E-B2A0-68DAAF22DCA8}" type="presParOf" srcId="{DC534C15-FE3B-42CA-B17E-44E83DB67B05}" destId="{16DB514C-CC46-4583-A70E-AF1156A43CA5}" srcOrd="2" destOrd="0" presId="urn:microsoft.com/office/officeart/2018/2/layout/IconVerticalSolidList"/>
    <dgm:cxn modelId="{3BD74B9A-5B70-5E44-9650-518CBF6ADD16}" type="presParOf" srcId="{DC534C15-FE3B-42CA-B17E-44E83DB67B05}" destId="{968D8D88-BF33-48A5-9CB0-73514F829D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B42268-E147-4669-9C2E-7BB15C15A5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E24496-49BD-48DF-99B2-223E0D4F6D7C}">
      <dgm:prSet/>
      <dgm:spPr/>
      <dgm:t>
        <a:bodyPr/>
        <a:lstStyle/>
        <a:p>
          <a:r>
            <a:rPr lang="en-US" dirty="0"/>
            <a:t>For ICMP, filter ICMP timestamp requests and outgoing timestamp replies</a:t>
          </a:r>
        </a:p>
      </dgm:t>
    </dgm:pt>
    <dgm:pt modelId="{85F69540-82AD-4AA2-B7AD-46FC2CA68C87}" type="parTrans" cxnId="{4568E856-3A98-45E8-B5CB-094272AA78F4}">
      <dgm:prSet/>
      <dgm:spPr/>
      <dgm:t>
        <a:bodyPr/>
        <a:lstStyle/>
        <a:p>
          <a:endParaRPr lang="en-US"/>
        </a:p>
      </dgm:t>
    </dgm:pt>
    <dgm:pt modelId="{6C86193D-5B2F-48C5-B16F-F08A2D913EB1}" type="sibTrans" cxnId="{4568E856-3A98-45E8-B5CB-094272AA78F4}">
      <dgm:prSet/>
      <dgm:spPr/>
      <dgm:t>
        <a:bodyPr/>
        <a:lstStyle/>
        <a:p>
          <a:endParaRPr lang="en-US"/>
        </a:p>
      </dgm:t>
    </dgm:pt>
    <dgm:pt modelId="{B43B88B5-41B3-4C63-B7AA-66852764D9B2}">
      <dgm:prSet/>
      <dgm:spPr/>
      <dgm:t>
        <a:bodyPr/>
        <a:lstStyle/>
        <a:p>
          <a:pPr rtl="0"/>
          <a:r>
            <a:rPr lang="en-US" dirty="0"/>
            <a:t>Change the </a:t>
          </a:r>
          <a:r>
            <a:rPr lang="en-US" dirty="0">
              <a:latin typeface="Aptos Display" panose="020F0302020204030204"/>
            </a:rPr>
            <a:t>SSH </a:t>
          </a:r>
          <a:r>
            <a:rPr lang="en-US" dirty="0"/>
            <a:t>Algorithms via FortiGate CLI</a:t>
          </a:r>
        </a:p>
      </dgm:t>
    </dgm:pt>
    <dgm:pt modelId="{1CA77CBC-370E-46D0-8CD7-0780D271D31E}" type="parTrans" cxnId="{2181B9A1-EFA6-461C-9BEB-F6A432A306A8}">
      <dgm:prSet/>
      <dgm:spPr/>
      <dgm:t>
        <a:bodyPr/>
        <a:lstStyle/>
        <a:p>
          <a:endParaRPr lang="en-US"/>
        </a:p>
      </dgm:t>
    </dgm:pt>
    <dgm:pt modelId="{0F5BC0F8-FCF7-48DC-87E1-3D925C0C8F95}" type="sibTrans" cxnId="{2181B9A1-EFA6-461C-9BEB-F6A432A306A8}">
      <dgm:prSet/>
      <dgm:spPr/>
      <dgm:t>
        <a:bodyPr/>
        <a:lstStyle/>
        <a:p>
          <a:endParaRPr lang="en-US"/>
        </a:p>
      </dgm:t>
    </dgm:pt>
    <dgm:pt modelId="{6018B810-F1FA-4C74-832B-1AB6CE7AF9B4}">
      <dgm:prSet/>
      <dgm:spPr/>
      <dgm:t>
        <a:bodyPr/>
        <a:lstStyle/>
        <a:p>
          <a:r>
            <a:rPr lang="en-US" dirty="0"/>
            <a:t>Update the packages in Ubuntu local machines</a:t>
          </a:r>
        </a:p>
      </dgm:t>
    </dgm:pt>
    <dgm:pt modelId="{F46D8419-B389-4569-99F7-084863F23B00}" type="parTrans" cxnId="{1D1A88C9-A2FB-44EB-88B9-C3BAC4010B74}">
      <dgm:prSet/>
      <dgm:spPr/>
      <dgm:t>
        <a:bodyPr/>
        <a:lstStyle/>
        <a:p>
          <a:endParaRPr lang="en-US"/>
        </a:p>
      </dgm:t>
    </dgm:pt>
    <dgm:pt modelId="{2F6BB322-E23A-4619-B119-5C4F65527809}" type="sibTrans" cxnId="{1D1A88C9-A2FB-44EB-88B9-C3BAC4010B74}">
      <dgm:prSet/>
      <dgm:spPr/>
      <dgm:t>
        <a:bodyPr/>
        <a:lstStyle/>
        <a:p>
          <a:endParaRPr lang="en-US"/>
        </a:p>
      </dgm:t>
    </dgm:pt>
    <dgm:pt modelId="{89456E09-4FB0-41D2-82EA-D1B271471D18}" type="pres">
      <dgm:prSet presAssocID="{AAB42268-E147-4669-9C2E-7BB15C15A56D}" presName="root" presStyleCnt="0">
        <dgm:presLayoutVars>
          <dgm:dir/>
          <dgm:resizeHandles val="exact"/>
        </dgm:presLayoutVars>
      </dgm:prSet>
      <dgm:spPr/>
    </dgm:pt>
    <dgm:pt modelId="{BEA8A602-EA76-49BD-8770-0E47FA71F776}" type="pres">
      <dgm:prSet presAssocID="{6EE24496-49BD-48DF-99B2-223E0D4F6D7C}" presName="compNode" presStyleCnt="0"/>
      <dgm:spPr/>
    </dgm:pt>
    <dgm:pt modelId="{B0492878-A115-4DB7-922B-3DE83B0DC536}" type="pres">
      <dgm:prSet presAssocID="{6EE24496-49BD-48DF-99B2-223E0D4F6D7C}" presName="bgRect" presStyleLbl="bgShp" presStyleIdx="0" presStyleCnt="3"/>
      <dgm:spPr/>
    </dgm:pt>
    <dgm:pt modelId="{08170201-0D88-4D95-A1EF-C21C743D1BF9}" type="pres">
      <dgm:prSet presAssocID="{6EE24496-49BD-48DF-99B2-223E0D4F6D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C01DB1D-D53C-4FFA-B237-6EF782934AC0}" type="pres">
      <dgm:prSet presAssocID="{6EE24496-49BD-48DF-99B2-223E0D4F6D7C}" presName="spaceRect" presStyleCnt="0"/>
      <dgm:spPr/>
    </dgm:pt>
    <dgm:pt modelId="{3B63F4D4-194B-4194-9A49-7B70506B9863}" type="pres">
      <dgm:prSet presAssocID="{6EE24496-49BD-48DF-99B2-223E0D4F6D7C}" presName="parTx" presStyleLbl="revTx" presStyleIdx="0" presStyleCnt="3">
        <dgm:presLayoutVars>
          <dgm:chMax val="0"/>
          <dgm:chPref val="0"/>
        </dgm:presLayoutVars>
      </dgm:prSet>
      <dgm:spPr/>
    </dgm:pt>
    <dgm:pt modelId="{0A6D680A-40EC-4E24-927D-2DF23ABBDC4B}" type="pres">
      <dgm:prSet presAssocID="{6C86193D-5B2F-48C5-B16F-F08A2D913EB1}" presName="sibTrans" presStyleCnt="0"/>
      <dgm:spPr/>
    </dgm:pt>
    <dgm:pt modelId="{6A882449-8E82-4FEB-9C99-DD1F994F4751}" type="pres">
      <dgm:prSet presAssocID="{B43B88B5-41B3-4C63-B7AA-66852764D9B2}" presName="compNode" presStyleCnt="0"/>
      <dgm:spPr/>
    </dgm:pt>
    <dgm:pt modelId="{88FEFC84-394E-4D2A-BCF0-DB69319749BF}" type="pres">
      <dgm:prSet presAssocID="{B43B88B5-41B3-4C63-B7AA-66852764D9B2}" presName="bgRect" presStyleLbl="bgShp" presStyleIdx="1" presStyleCnt="3"/>
      <dgm:spPr/>
    </dgm:pt>
    <dgm:pt modelId="{A3B123BA-5931-4E8D-94A2-402BBC2E6303}" type="pres">
      <dgm:prSet presAssocID="{B43B88B5-41B3-4C63-B7AA-66852764D9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D5D5546-088D-4005-B25B-C891EB007DB6}" type="pres">
      <dgm:prSet presAssocID="{B43B88B5-41B3-4C63-B7AA-66852764D9B2}" presName="spaceRect" presStyleCnt="0"/>
      <dgm:spPr/>
    </dgm:pt>
    <dgm:pt modelId="{28830BD0-1698-455D-BAC4-58690ABC8ED6}" type="pres">
      <dgm:prSet presAssocID="{B43B88B5-41B3-4C63-B7AA-66852764D9B2}" presName="parTx" presStyleLbl="revTx" presStyleIdx="1" presStyleCnt="3">
        <dgm:presLayoutVars>
          <dgm:chMax val="0"/>
          <dgm:chPref val="0"/>
        </dgm:presLayoutVars>
      </dgm:prSet>
      <dgm:spPr/>
    </dgm:pt>
    <dgm:pt modelId="{B65315EE-6D1B-4EA9-98FC-918FD1066A39}" type="pres">
      <dgm:prSet presAssocID="{0F5BC0F8-FCF7-48DC-87E1-3D925C0C8F95}" presName="sibTrans" presStyleCnt="0"/>
      <dgm:spPr/>
    </dgm:pt>
    <dgm:pt modelId="{DE8A65EF-2638-450E-9F1B-7CAFD1558306}" type="pres">
      <dgm:prSet presAssocID="{6018B810-F1FA-4C74-832B-1AB6CE7AF9B4}" presName="compNode" presStyleCnt="0"/>
      <dgm:spPr/>
    </dgm:pt>
    <dgm:pt modelId="{89F5576E-1496-4D89-BD57-DC0703F75D2B}" type="pres">
      <dgm:prSet presAssocID="{6018B810-F1FA-4C74-832B-1AB6CE7AF9B4}" presName="bgRect" presStyleLbl="bgShp" presStyleIdx="2" presStyleCnt="3"/>
      <dgm:spPr/>
    </dgm:pt>
    <dgm:pt modelId="{D274DCFA-4550-4A74-AFD6-B00B689D8FF4}" type="pres">
      <dgm:prSet presAssocID="{6018B810-F1FA-4C74-832B-1AB6CE7AF9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522F378-3AC7-40B8-8503-0ABB2BA3C8EA}" type="pres">
      <dgm:prSet presAssocID="{6018B810-F1FA-4C74-832B-1AB6CE7AF9B4}" presName="spaceRect" presStyleCnt="0"/>
      <dgm:spPr/>
    </dgm:pt>
    <dgm:pt modelId="{71D1ED0A-217E-4F32-B83C-00943E4CB513}" type="pres">
      <dgm:prSet presAssocID="{6018B810-F1FA-4C74-832B-1AB6CE7AF9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568E856-3A98-45E8-B5CB-094272AA78F4}" srcId="{AAB42268-E147-4669-9C2E-7BB15C15A56D}" destId="{6EE24496-49BD-48DF-99B2-223E0D4F6D7C}" srcOrd="0" destOrd="0" parTransId="{85F69540-82AD-4AA2-B7AD-46FC2CA68C87}" sibTransId="{6C86193D-5B2F-48C5-B16F-F08A2D913EB1}"/>
    <dgm:cxn modelId="{DB71FA63-77EC-492A-9947-DF7892958D50}" type="presOf" srcId="{B43B88B5-41B3-4C63-B7AA-66852764D9B2}" destId="{28830BD0-1698-455D-BAC4-58690ABC8ED6}" srcOrd="0" destOrd="0" presId="urn:microsoft.com/office/officeart/2018/2/layout/IconVerticalSolidList"/>
    <dgm:cxn modelId="{17836A69-78A2-4313-80D5-0684F7BDB6D0}" type="presOf" srcId="{AAB42268-E147-4669-9C2E-7BB15C15A56D}" destId="{89456E09-4FB0-41D2-82EA-D1B271471D18}" srcOrd="0" destOrd="0" presId="urn:microsoft.com/office/officeart/2018/2/layout/IconVerticalSolidList"/>
    <dgm:cxn modelId="{C89C8A9C-F8A8-4BA2-BFDD-D5333FCE44BC}" type="presOf" srcId="{6EE24496-49BD-48DF-99B2-223E0D4F6D7C}" destId="{3B63F4D4-194B-4194-9A49-7B70506B9863}" srcOrd="0" destOrd="0" presId="urn:microsoft.com/office/officeart/2018/2/layout/IconVerticalSolidList"/>
    <dgm:cxn modelId="{2181B9A1-EFA6-461C-9BEB-F6A432A306A8}" srcId="{AAB42268-E147-4669-9C2E-7BB15C15A56D}" destId="{B43B88B5-41B3-4C63-B7AA-66852764D9B2}" srcOrd="1" destOrd="0" parTransId="{1CA77CBC-370E-46D0-8CD7-0780D271D31E}" sibTransId="{0F5BC0F8-FCF7-48DC-87E1-3D925C0C8F95}"/>
    <dgm:cxn modelId="{1D1A88C9-A2FB-44EB-88B9-C3BAC4010B74}" srcId="{AAB42268-E147-4669-9C2E-7BB15C15A56D}" destId="{6018B810-F1FA-4C74-832B-1AB6CE7AF9B4}" srcOrd="2" destOrd="0" parTransId="{F46D8419-B389-4569-99F7-084863F23B00}" sibTransId="{2F6BB322-E23A-4619-B119-5C4F65527809}"/>
    <dgm:cxn modelId="{D82EF8F9-43EE-49BB-87C5-85D42B080AC5}" type="presOf" srcId="{6018B810-F1FA-4C74-832B-1AB6CE7AF9B4}" destId="{71D1ED0A-217E-4F32-B83C-00943E4CB513}" srcOrd="0" destOrd="0" presId="urn:microsoft.com/office/officeart/2018/2/layout/IconVerticalSolidList"/>
    <dgm:cxn modelId="{32EC846B-664F-453E-B346-1DC08EF7915C}" type="presParOf" srcId="{89456E09-4FB0-41D2-82EA-D1B271471D18}" destId="{BEA8A602-EA76-49BD-8770-0E47FA71F776}" srcOrd="0" destOrd="0" presId="urn:microsoft.com/office/officeart/2018/2/layout/IconVerticalSolidList"/>
    <dgm:cxn modelId="{FBBAE5B2-CA00-4146-91AC-0376D107A805}" type="presParOf" srcId="{BEA8A602-EA76-49BD-8770-0E47FA71F776}" destId="{B0492878-A115-4DB7-922B-3DE83B0DC536}" srcOrd="0" destOrd="0" presId="urn:microsoft.com/office/officeart/2018/2/layout/IconVerticalSolidList"/>
    <dgm:cxn modelId="{AABA8374-DD86-4400-96F7-D34385D9A93A}" type="presParOf" srcId="{BEA8A602-EA76-49BD-8770-0E47FA71F776}" destId="{08170201-0D88-4D95-A1EF-C21C743D1BF9}" srcOrd="1" destOrd="0" presId="urn:microsoft.com/office/officeart/2018/2/layout/IconVerticalSolidList"/>
    <dgm:cxn modelId="{F0FFE16B-7D58-4B65-B687-8CA03D226FFA}" type="presParOf" srcId="{BEA8A602-EA76-49BD-8770-0E47FA71F776}" destId="{1C01DB1D-D53C-4FFA-B237-6EF782934AC0}" srcOrd="2" destOrd="0" presId="urn:microsoft.com/office/officeart/2018/2/layout/IconVerticalSolidList"/>
    <dgm:cxn modelId="{2F731094-36DD-4621-8A64-C06BD6812727}" type="presParOf" srcId="{BEA8A602-EA76-49BD-8770-0E47FA71F776}" destId="{3B63F4D4-194B-4194-9A49-7B70506B9863}" srcOrd="3" destOrd="0" presId="urn:microsoft.com/office/officeart/2018/2/layout/IconVerticalSolidList"/>
    <dgm:cxn modelId="{ED6725B8-2CF7-4134-92D0-18A76EA5639A}" type="presParOf" srcId="{89456E09-4FB0-41D2-82EA-D1B271471D18}" destId="{0A6D680A-40EC-4E24-927D-2DF23ABBDC4B}" srcOrd="1" destOrd="0" presId="urn:microsoft.com/office/officeart/2018/2/layout/IconVerticalSolidList"/>
    <dgm:cxn modelId="{F24C1070-7AB9-44C4-88A4-FBD1C4EDA667}" type="presParOf" srcId="{89456E09-4FB0-41D2-82EA-D1B271471D18}" destId="{6A882449-8E82-4FEB-9C99-DD1F994F4751}" srcOrd="2" destOrd="0" presId="urn:microsoft.com/office/officeart/2018/2/layout/IconVerticalSolidList"/>
    <dgm:cxn modelId="{A5576417-B8EE-41F9-ADF4-332F68425378}" type="presParOf" srcId="{6A882449-8E82-4FEB-9C99-DD1F994F4751}" destId="{88FEFC84-394E-4D2A-BCF0-DB69319749BF}" srcOrd="0" destOrd="0" presId="urn:microsoft.com/office/officeart/2018/2/layout/IconVerticalSolidList"/>
    <dgm:cxn modelId="{C686ACAB-F48F-49CF-8A1C-9FD75D677805}" type="presParOf" srcId="{6A882449-8E82-4FEB-9C99-DD1F994F4751}" destId="{A3B123BA-5931-4E8D-94A2-402BBC2E6303}" srcOrd="1" destOrd="0" presId="urn:microsoft.com/office/officeart/2018/2/layout/IconVerticalSolidList"/>
    <dgm:cxn modelId="{C193AE60-4998-4DA4-9EDA-F5D985BFBB13}" type="presParOf" srcId="{6A882449-8E82-4FEB-9C99-DD1F994F4751}" destId="{4D5D5546-088D-4005-B25B-C891EB007DB6}" srcOrd="2" destOrd="0" presId="urn:microsoft.com/office/officeart/2018/2/layout/IconVerticalSolidList"/>
    <dgm:cxn modelId="{C0A03F95-EC9D-46E9-AACE-EAAABB67F165}" type="presParOf" srcId="{6A882449-8E82-4FEB-9C99-DD1F994F4751}" destId="{28830BD0-1698-455D-BAC4-58690ABC8ED6}" srcOrd="3" destOrd="0" presId="urn:microsoft.com/office/officeart/2018/2/layout/IconVerticalSolidList"/>
    <dgm:cxn modelId="{1C9CC159-830E-4446-80F9-D2F22F07C47E}" type="presParOf" srcId="{89456E09-4FB0-41D2-82EA-D1B271471D18}" destId="{B65315EE-6D1B-4EA9-98FC-918FD1066A39}" srcOrd="3" destOrd="0" presId="urn:microsoft.com/office/officeart/2018/2/layout/IconVerticalSolidList"/>
    <dgm:cxn modelId="{EB0D6B00-265C-4E83-A992-B1EAC56900D7}" type="presParOf" srcId="{89456E09-4FB0-41D2-82EA-D1B271471D18}" destId="{DE8A65EF-2638-450E-9F1B-7CAFD1558306}" srcOrd="4" destOrd="0" presId="urn:microsoft.com/office/officeart/2018/2/layout/IconVerticalSolidList"/>
    <dgm:cxn modelId="{4634D5AB-36DA-44F4-9A0C-64C58654AF74}" type="presParOf" srcId="{DE8A65EF-2638-450E-9F1B-7CAFD1558306}" destId="{89F5576E-1496-4D89-BD57-DC0703F75D2B}" srcOrd="0" destOrd="0" presId="urn:microsoft.com/office/officeart/2018/2/layout/IconVerticalSolidList"/>
    <dgm:cxn modelId="{A2A31AA6-82E1-4C0C-A368-0A97944CB162}" type="presParOf" srcId="{DE8A65EF-2638-450E-9F1B-7CAFD1558306}" destId="{D274DCFA-4550-4A74-AFD6-B00B689D8FF4}" srcOrd="1" destOrd="0" presId="urn:microsoft.com/office/officeart/2018/2/layout/IconVerticalSolidList"/>
    <dgm:cxn modelId="{858A12BD-F71E-4F13-AD05-E78070083FFD}" type="presParOf" srcId="{DE8A65EF-2638-450E-9F1B-7CAFD1558306}" destId="{2522F378-3AC7-40B8-8503-0ABB2BA3C8EA}" srcOrd="2" destOrd="0" presId="urn:microsoft.com/office/officeart/2018/2/layout/IconVerticalSolidList"/>
    <dgm:cxn modelId="{FC385004-ECEA-4F31-84EB-7FA945C9A566}" type="presParOf" srcId="{DE8A65EF-2638-450E-9F1B-7CAFD1558306}" destId="{71D1ED0A-217E-4F32-B83C-00943E4CB5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1AE97-2A59-4259-B703-6DD85CDF327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9A7D9-DD52-4238-85C0-63BFBF5EFCE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8CB6D-D5A0-492D-9435-8320EC378E29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most vulnerable point in cyber attacks are human users </a:t>
          </a:r>
        </a:p>
      </dsp:txBody>
      <dsp:txXfrm>
        <a:off x="1948202" y="368029"/>
        <a:ext cx="3233964" cy="1371985"/>
      </dsp:txXfrm>
    </dsp:sp>
    <dsp:sp modelId="{725147C4-06EA-4070-B956-A4924D385DA2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1BC02-E019-4489-9A4C-29298800C6A7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AD400-A2B9-4389-A036-1209A13AD80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Phishing and social engineering draw on psychology, trust, and urgency </a:t>
          </a:r>
        </a:p>
      </dsp:txBody>
      <dsp:txXfrm>
        <a:off x="7411643" y="368029"/>
        <a:ext cx="3233964" cy="1371985"/>
      </dsp:txXfrm>
    </dsp:sp>
    <dsp:sp modelId="{43A7DF9B-BCB3-435C-9BE0-FE5B776CAF1F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0F455-1F4F-4885-BF9C-3F3A79D65055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AFD4F-EAE2-4634-8732-2CB20B9255F3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Phishing created by AI makes works of a hacker more real and less visible </a:t>
          </a:r>
        </a:p>
      </dsp:txBody>
      <dsp:txXfrm>
        <a:off x="1948202" y="2452790"/>
        <a:ext cx="3233964" cy="1371985"/>
      </dsp:txXfrm>
    </dsp:sp>
    <dsp:sp modelId="{19D0E296-34E9-405B-8C6C-076FC643622C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EBB129-E681-4671-AD84-F9874980795D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E879C-EC68-4716-B5CF-C284FC9F21A6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Education and vigilance are very important for building up the resistance of users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C093A-8952-DF44-A31B-CF0666CC7659}">
      <dsp:nvSpPr>
        <dsp:cNvPr id="0" name=""/>
        <dsp:cNvSpPr/>
      </dsp:nvSpPr>
      <dsp:spPr>
        <a:xfrm>
          <a:off x="0" y="46466"/>
          <a:ext cx="6713552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Training enhances knowledge, yet retention decreases gradually</a:t>
          </a:r>
        </a:p>
      </dsp:txBody>
      <dsp:txXfrm>
        <a:off x="46606" y="93072"/>
        <a:ext cx="6620340" cy="861507"/>
      </dsp:txXfrm>
    </dsp:sp>
    <dsp:sp modelId="{C0427545-2EBF-9548-85FD-F2B3A3F599E2}">
      <dsp:nvSpPr>
        <dsp:cNvPr id="0" name=""/>
        <dsp:cNvSpPr/>
      </dsp:nvSpPr>
      <dsp:spPr>
        <a:xfrm>
          <a:off x="0" y="1070306"/>
          <a:ext cx="6713552" cy="9547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majority of researches do not evaluate the real-world office scenario</a:t>
          </a:r>
        </a:p>
      </dsp:txBody>
      <dsp:txXfrm>
        <a:off x="46606" y="1116912"/>
        <a:ext cx="6620340" cy="861507"/>
      </dsp:txXfrm>
    </dsp:sp>
    <dsp:sp modelId="{A07FD49A-6A66-B349-AC61-3729CEEB0045}">
      <dsp:nvSpPr>
        <dsp:cNvPr id="0" name=""/>
        <dsp:cNvSpPr/>
      </dsp:nvSpPr>
      <dsp:spPr>
        <a:xfrm>
          <a:off x="0" y="2094146"/>
          <a:ext cx="6713552" cy="95471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Participation and interaction have an enormous impact on the results</a:t>
          </a:r>
        </a:p>
      </dsp:txBody>
      <dsp:txXfrm>
        <a:off x="46606" y="2140752"/>
        <a:ext cx="6620340" cy="861507"/>
      </dsp:txXfrm>
    </dsp:sp>
    <dsp:sp modelId="{ED7DF38B-7D08-1645-8B56-0A1D3047D975}">
      <dsp:nvSpPr>
        <dsp:cNvPr id="0" name=""/>
        <dsp:cNvSpPr/>
      </dsp:nvSpPr>
      <dsp:spPr>
        <a:xfrm>
          <a:off x="0" y="3117986"/>
          <a:ext cx="6713552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Just technical protections are not enough, the human aspect is important</a:t>
          </a:r>
        </a:p>
      </dsp:txBody>
      <dsp:txXfrm>
        <a:off x="46606" y="3164592"/>
        <a:ext cx="6620340" cy="8615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609E9-44CE-4813-B4F3-97E665407312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72DBF-DA48-4F13-BF28-16B9AB9D70DF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Research indicates that there is only marginal improvement after 6-8 months.</a:t>
          </a:r>
        </a:p>
      </dsp:txBody>
      <dsp:txXfrm>
        <a:off x="569079" y="2427788"/>
        <a:ext cx="2072362" cy="720000"/>
      </dsp:txXfrm>
    </dsp:sp>
    <dsp:sp modelId="{02B3E8EE-0034-4CE7-AC36-8397A2507E84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4CCFD-9CDF-4B6F-8449-8324C8D1ECA0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There is a tendency of employees to avoid or cover compulsory modules.</a:t>
          </a:r>
        </a:p>
      </dsp:txBody>
      <dsp:txXfrm>
        <a:off x="3004105" y="2427788"/>
        <a:ext cx="2072362" cy="720000"/>
      </dsp:txXfrm>
    </dsp:sp>
    <dsp:sp modelId="{63BFE99A-9CE3-4462-A1D4-E0590C2F8C43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34A0E-F8BC-45E5-A874-D3E57EB12F9C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Active involvement - heightened level of detection.</a:t>
          </a:r>
        </a:p>
      </dsp:txBody>
      <dsp:txXfrm>
        <a:off x="5439131" y="2427788"/>
        <a:ext cx="2072362" cy="720000"/>
      </dsp:txXfrm>
    </dsp:sp>
    <dsp:sp modelId="{264A76F2-E474-411D-8161-1B30F16A990F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B214F-33A4-4FED-A748-7BDD6C8BD648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Sustainable protection [?] one-time training.</a:t>
          </a:r>
        </a:p>
      </dsp:txBody>
      <dsp:txXfrm>
        <a:off x="7874157" y="2427788"/>
        <a:ext cx="207236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A2B152-6576-734E-91DA-1723CBFB18AB}">
      <dsp:nvSpPr>
        <dsp:cNvPr id="0" name=""/>
        <dsp:cNvSpPr/>
      </dsp:nvSpPr>
      <dsp:spPr>
        <a:xfrm>
          <a:off x="0" y="0"/>
          <a:ext cx="53244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E6AF3-A31C-9644-ABC9-5A9608DD1A6E}">
      <dsp:nvSpPr>
        <dsp:cNvPr id="0" name=""/>
        <dsp:cNvSpPr/>
      </dsp:nvSpPr>
      <dsp:spPr>
        <a:xfrm>
          <a:off x="0" y="0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Deep learning models are good in spotting phishing, though not as good as human beings.</a:t>
          </a:r>
        </a:p>
      </dsp:txBody>
      <dsp:txXfrm>
        <a:off x="0" y="0"/>
        <a:ext cx="5324475" cy="979884"/>
      </dsp:txXfrm>
    </dsp:sp>
    <dsp:sp modelId="{D6F55E51-6FFA-6B4E-901F-FBFE96CC8A0A}">
      <dsp:nvSpPr>
        <dsp:cNvPr id="0" name=""/>
        <dsp:cNvSpPr/>
      </dsp:nvSpPr>
      <dsp:spPr>
        <a:xfrm>
          <a:off x="0" y="979884"/>
          <a:ext cx="5324475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B4A21-FB3D-4B41-B256-2D3E7B9E2340}">
      <dsp:nvSpPr>
        <dsp:cNvPr id="0" name=""/>
        <dsp:cNvSpPr/>
      </dsp:nvSpPr>
      <dsp:spPr>
        <a:xfrm>
          <a:off x="0" y="979884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There is a limited number of studies that use AI-detection in combination with user-training.</a:t>
          </a:r>
        </a:p>
      </dsp:txBody>
      <dsp:txXfrm>
        <a:off x="0" y="979884"/>
        <a:ext cx="5324475" cy="979884"/>
      </dsp:txXfrm>
    </dsp:sp>
    <dsp:sp modelId="{2DFC721A-B71F-A449-BDAC-80A3DDA9CAB4}">
      <dsp:nvSpPr>
        <dsp:cNvPr id="0" name=""/>
        <dsp:cNvSpPr/>
      </dsp:nvSpPr>
      <dsp:spPr>
        <a:xfrm>
          <a:off x="0" y="1959768"/>
          <a:ext cx="5324475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CBD76-6ABA-AD43-859B-51568F09E6D7}">
      <dsp:nvSpPr>
        <dsp:cNvPr id="0" name=""/>
        <dsp:cNvSpPr/>
      </dsp:nvSpPr>
      <dsp:spPr>
        <a:xfrm>
          <a:off x="0" y="1959768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Phishing that is produced by AI quickly gets sophisticated.</a:t>
          </a:r>
        </a:p>
      </dsp:txBody>
      <dsp:txXfrm>
        <a:off x="0" y="1959768"/>
        <a:ext cx="5324475" cy="979884"/>
      </dsp:txXfrm>
    </dsp:sp>
    <dsp:sp modelId="{609665F2-BA8B-7B4C-BFE9-24939E0F84C2}">
      <dsp:nvSpPr>
        <dsp:cNvPr id="0" name=""/>
        <dsp:cNvSpPr/>
      </dsp:nvSpPr>
      <dsp:spPr>
        <a:xfrm>
          <a:off x="0" y="2939653"/>
          <a:ext cx="532447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4EE59-3826-7942-82F3-E15EA60D2CBC}">
      <dsp:nvSpPr>
        <dsp:cNvPr id="0" name=""/>
        <dsp:cNvSpPr/>
      </dsp:nvSpPr>
      <dsp:spPr>
        <a:xfrm>
          <a:off x="0" y="2939653"/>
          <a:ext cx="5324475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Studies need to combine technological and humanity-based protection.</a:t>
          </a:r>
        </a:p>
      </dsp:txBody>
      <dsp:txXfrm>
        <a:off x="0" y="2939653"/>
        <a:ext cx="5324475" cy="9798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CE986-0072-469F-95A7-5988081F158C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2B089-6405-4806-AFF5-7DB36E724FF9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F55FD-3DCD-42D1-A52C-2D4015486AFF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Approach:</a:t>
          </a:r>
          <a:r>
            <a:rPr lang="en-US" sz="1100" kern="1200"/>
            <a:t> Longitudinal, Mixed-Methods, Organization-based study</a:t>
          </a:r>
        </a:p>
      </dsp:txBody>
      <dsp:txXfrm>
        <a:off x="127800" y="2535669"/>
        <a:ext cx="1800000" cy="720000"/>
      </dsp:txXfrm>
    </dsp:sp>
    <dsp:sp modelId="{D5A9DB3D-C5C9-4C89-ABC3-1F727D4C7E2F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1D15B-6FBD-43E1-AA16-81183DEEEC0B}">
      <dsp:nvSpPr>
        <dsp:cNvPr id="0" name=""/>
        <dsp:cNvSpPr/>
      </dsp:nvSpPr>
      <dsp:spPr>
        <a:xfrm>
          <a:off x="2827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B1723-B039-400D-B96A-6AD2A3519FAD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Phase 1: Pre-test of phishing vulnerability &amp; behavior patterns</a:t>
          </a:r>
        </a:p>
      </dsp:txBody>
      <dsp:txXfrm>
        <a:off x="2242800" y="2535669"/>
        <a:ext cx="1800000" cy="720000"/>
      </dsp:txXfrm>
    </dsp:sp>
    <dsp:sp modelId="{6290498E-BDC7-4EF3-B122-774C6CDCE153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660C5-27D8-464F-8EE8-8A151AF5EDDE}">
      <dsp:nvSpPr>
        <dsp:cNvPr id="0" name=""/>
        <dsp:cNvSpPr/>
      </dsp:nvSpPr>
      <dsp:spPr>
        <a:xfrm>
          <a:off x="494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ADFF19-6350-4B60-BC3F-7A5300340B02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Phase 2: Training deployment (interactive + AI simulations)</a:t>
          </a:r>
        </a:p>
      </dsp:txBody>
      <dsp:txXfrm>
        <a:off x="4357800" y="2535669"/>
        <a:ext cx="1800000" cy="720000"/>
      </dsp:txXfrm>
    </dsp:sp>
    <dsp:sp modelId="{40CD2DE9-74D7-45E6-9D00-65FB3EF91563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69679-285B-47E6-A6B5-E55D9319E168}">
      <dsp:nvSpPr>
        <dsp:cNvPr id="0" name=""/>
        <dsp:cNvSpPr/>
      </dsp:nvSpPr>
      <dsp:spPr>
        <a:xfrm>
          <a:off x="7057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44178-33B9-4B98-8C3C-C70E72677AA2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Phase 3: Follow-up assessments at 1/3/6 months</a:t>
          </a:r>
        </a:p>
      </dsp:txBody>
      <dsp:txXfrm>
        <a:off x="6472800" y="2535669"/>
        <a:ext cx="1800000" cy="720000"/>
      </dsp:txXfrm>
    </dsp:sp>
    <dsp:sp modelId="{7DF59BED-477B-4EF0-809D-805646283C25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56F7F-9D00-4E21-9B44-A64253E3C3EF}">
      <dsp:nvSpPr>
        <dsp:cNvPr id="0" name=""/>
        <dsp:cNvSpPr/>
      </dsp:nvSpPr>
      <dsp:spPr>
        <a:xfrm>
          <a:off x="917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801F1-50D2-420F-ADE3-3E5F8C0C3A55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Real workplace samples → more valid, practical results</a:t>
          </a:r>
        </a:p>
      </dsp:txBody>
      <dsp:txXfrm>
        <a:off x="8587800" y="2535669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50C1A-965A-5046-859B-719D6E8FEC21}">
      <dsp:nvSpPr>
        <dsp:cNvPr id="0" name=""/>
        <dsp:cNvSpPr/>
      </dsp:nvSpPr>
      <dsp:spPr>
        <a:xfrm>
          <a:off x="0" y="196491"/>
          <a:ext cx="4795584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Social engineering is more of a threat of people.</a:t>
          </a:r>
        </a:p>
      </dsp:txBody>
      <dsp:txXfrm>
        <a:off x="34954" y="231445"/>
        <a:ext cx="4725676" cy="646132"/>
      </dsp:txXfrm>
    </dsp:sp>
    <dsp:sp modelId="{1869097D-5AC7-9340-8F05-ED1D4E33272B}">
      <dsp:nvSpPr>
        <dsp:cNvPr id="0" name=""/>
        <dsp:cNvSpPr/>
      </dsp:nvSpPr>
      <dsp:spPr>
        <a:xfrm>
          <a:off x="0" y="964371"/>
          <a:ext cx="4795584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Conventional training is effective, though the effect is short-term.</a:t>
          </a:r>
        </a:p>
      </dsp:txBody>
      <dsp:txXfrm>
        <a:off x="34954" y="999325"/>
        <a:ext cx="4725676" cy="646132"/>
      </dsp:txXfrm>
    </dsp:sp>
    <dsp:sp modelId="{D65206CB-CEEC-9149-9E1E-C231346CD54B}">
      <dsp:nvSpPr>
        <dsp:cNvPr id="0" name=""/>
        <dsp:cNvSpPr/>
      </dsp:nvSpPr>
      <dsp:spPr>
        <a:xfrm>
          <a:off x="0" y="1732251"/>
          <a:ext cx="4795584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Adaptive learning and long-term assessment are very important.</a:t>
          </a:r>
        </a:p>
      </dsp:txBody>
      <dsp:txXfrm>
        <a:off x="34954" y="1767205"/>
        <a:ext cx="4725676" cy="646132"/>
      </dsp:txXfrm>
    </dsp:sp>
    <dsp:sp modelId="{5FFE767B-4B1E-8B49-9904-F3D3A23F97A6}">
      <dsp:nvSpPr>
        <dsp:cNvPr id="0" name=""/>
        <dsp:cNvSpPr/>
      </dsp:nvSpPr>
      <dsp:spPr>
        <a:xfrm>
          <a:off x="0" y="2500131"/>
          <a:ext cx="4795584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Resilience framework is proposed to enhance resistance + minimize vulnerability.</a:t>
          </a:r>
        </a:p>
      </dsp:txBody>
      <dsp:txXfrm>
        <a:off x="34954" y="2535085"/>
        <a:ext cx="4725676" cy="646132"/>
      </dsp:txXfrm>
    </dsp:sp>
    <dsp:sp modelId="{DA1F1281-DC9A-E84A-974E-68DF3DD2590A}">
      <dsp:nvSpPr>
        <dsp:cNvPr id="0" name=""/>
        <dsp:cNvSpPr/>
      </dsp:nvSpPr>
      <dsp:spPr>
        <a:xfrm>
          <a:off x="0" y="3268010"/>
          <a:ext cx="4795584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Future: deploy model in other industries and combine real-time threat intelligence.</a:t>
          </a:r>
        </a:p>
      </dsp:txBody>
      <dsp:txXfrm>
        <a:off x="34954" y="3302964"/>
        <a:ext cx="4725676" cy="6461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D8EC5-641C-401A-9F01-5782AE4E6F28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6DDEF-2636-4799-B741-0B0670D301D0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18ADA-4034-4B5D-8B05-C883E494CA1C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IP tunneling as part of the Firewall</a:t>
          </a:r>
        </a:p>
      </dsp:txBody>
      <dsp:txXfrm>
        <a:off x="1844034" y="682"/>
        <a:ext cx="4401230" cy="1596566"/>
      </dsp:txXfrm>
    </dsp:sp>
    <dsp:sp modelId="{F75AC583-69FF-4A47-B972-DC757487F607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CDCDB-D0E7-4C66-A1BA-6423A2FD59EF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2258B-93AC-4B66-8866-DC60E195229C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Remote access for users outside the network</a:t>
          </a:r>
        </a:p>
      </dsp:txBody>
      <dsp:txXfrm>
        <a:off x="1844034" y="1996390"/>
        <a:ext cx="4401230" cy="1596566"/>
      </dsp:txXfrm>
    </dsp:sp>
    <dsp:sp modelId="{9DB6FB98-5B55-45F9-AB3D-4DB6EECE9754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C4739-DD31-43F3-A5A3-1E68F7DF6DE3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D8D88-BF33-48A5-9CB0-73514F829D6B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Users connect to private LAN network receive IP address range from 10.10.10.1 - 10.10.10.10</a:t>
          </a:r>
        </a:p>
      </dsp:txBody>
      <dsp:txXfrm>
        <a:off x="1844034" y="3992098"/>
        <a:ext cx="4401230" cy="15965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92878-A115-4DB7-922B-3DE83B0DC536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70201-0D88-4D95-A1EF-C21C743D1BF9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3F4D4-194B-4194-9A49-7B70506B9863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For ICMP, filter ICMP timestamp requests and outgoing timestamp replies</a:t>
          </a:r>
        </a:p>
      </dsp:txBody>
      <dsp:txXfrm>
        <a:off x="1819120" y="673"/>
        <a:ext cx="4545103" cy="1574995"/>
      </dsp:txXfrm>
    </dsp:sp>
    <dsp:sp modelId="{88FEFC84-394E-4D2A-BCF0-DB69319749BF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123BA-5931-4E8D-94A2-402BBC2E6303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30BD0-1698-455D-BAC4-58690ABC8ED6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Change the </a:t>
          </a:r>
          <a:r>
            <a:rPr lang="en-US" sz="2500" kern="1200" dirty="0">
              <a:latin typeface="Aptos Display" panose="020F0302020204030204"/>
            </a:rPr>
            <a:t>SSH </a:t>
          </a:r>
          <a:r>
            <a:rPr lang="en-US" sz="2500" kern="1200" dirty="0"/>
            <a:t>Algorithms via FortiGate CLI</a:t>
          </a:r>
        </a:p>
      </dsp:txBody>
      <dsp:txXfrm>
        <a:off x="1819120" y="1969418"/>
        <a:ext cx="4545103" cy="1574995"/>
      </dsp:txXfrm>
    </dsp:sp>
    <dsp:sp modelId="{89F5576E-1496-4D89-BD57-DC0703F75D2B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4DCFA-4550-4A74-AFD6-B00B689D8FF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1ED0A-217E-4F32-B83C-00943E4CB51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Update the packages in Ubuntu local machines</a:t>
          </a:r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A67A-522D-D67B-65F0-C6FE4FEA2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963BF-AE0E-0B49-CD80-CECCCD3AB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11F3C-DA7F-40AF-F19E-0502D532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A4A7E-7951-E6E4-5896-B6023D6E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9947A-3D7E-6C77-471B-BE868AF6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40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F50A-30AA-BFD8-EA58-4D38CF43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0EAB-38B8-A4A1-E5E1-7967CC6D0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FE69A-0ECB-949D-2E88-B8DDA0CB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B378B-B323-4EEE-AD98-B3DEF1A1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FC5C5-AB7E-DD54-BA76-151B391D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0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B1CC-A68E-21F7-0F2B-EE441A6D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32E61-3D3C-B363-E0CE-0E100DE41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A58AC-BBD6-7A33-835D-B06C6B24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64694-3168-8906-BFAA-5957D734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18AB0-C414-1F2E-8D92-8634393D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645E-DE1E-BF75-4090-869D45AC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EEB28-0AAF-A4C7-561F-47D1F39FD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133A8-1C56-A7FD-E83B-34D8DF127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836FB-0B1F-6D22-E604-96BB828F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EFA44-C239-3235-1C9F-AF2AA3CA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2E103-A43D-805F-940E-DD9DEA24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8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CD6A-93E9-C0C6-26AA-77CD1D2B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A0839-3054-694F-82C1-49B8C6EE6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1F88A-C722-1C14-06A1-D0F31ED25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725E4-0967-A1F1-3EBD-9B014A29F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B14FB-94A5-4D8D-9FC3-00DC9BFCA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85CA98-7DAE-FF65-89B2-D5F494D9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A4ABD-343A-C0D4-050A-4E4231EF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81E56-CEA5-0FB4-A4E3-11522813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7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5247-FC10-6F70-5F3F-2976B039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60683-6A30-C750-C57B-E12BF4C3C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B3500-4CD7-E19D-53EB-B13795A9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CC426-50CA-C716-7D47-8BFEE1A4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1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8912-F993-9F42-2B9D-BB7301C0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F402F-A90F-E6CA-CCD5-CF55BABD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FA0EA-3982-1108-BF00-E87076FB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9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503D-3639-A610-26F1-EFBDED68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6DBC-DEFC-E482-AAA7-3F5FA8874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F3D99-7184-816C-4405-14EAD3D28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F6353-FFDE-B9D6-A491-43A9E7C99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97D4D-576E-A522-8A21-297499DA8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F851E-00FB-A77D-ABED-3C2AF74B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1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6AB7-886F-2204-0A51-B581BC3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C96B1-9E63-4FF5-4D10-4A10872AF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0B1B8-016F-8B0C-749F-85D75A831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543A-3C45-2EE5-BA84-3281958A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9F365-E236-2A49-5F0D-7B644355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574E1-6087-FEC2-FF1D-22871A16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5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3C4-042B-2D38-E07E-929F9E1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DB62D-0782-DD2A-AA24-DE0224120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59760-BEB7-44E7-2524-D6EED46C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60CE-56CE-08EB-D147-8B9D5F79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76C1-C055-0FA4-86AD-08D12CA3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9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F38FCF-76E3-48EB-DD9F-0DFB56BEB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0E600-4043-B5BB-64F6-2F74FF0BE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B9F5D-967B-6332-7D15-D2FB7961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672D0-5FB6-2598-E82C-909D7F37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98963-5115-FF4C-1DC7-C805CCFF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8262C-8330-5815-591B-D27BC419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35EB8-BE11-4362-03E3-2702ACBA2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95AE-C43E-6134-55E6-0A5016204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4692C-D6A9-BF49-BAE4-90B743E2F4F6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326E0-EDAD-65BE-44A7-76A4FAACD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CD3FC-5191-77D4-8796-761C09EBE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AB5D8-379E-944F-A011-647AAD795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rplesec.us/learn/social-engineering-awareness-training/" TargetMode="External"/><Relationship Id="rId2" Type="http://schemas.openxmlformats.org/officeDocument/2006/relationships/hyperlink" Target="%5b4%5d(Marshalletal.,2024).Exploringtheevidenceforemailphishingtraining:Ascoping%20review.%20Computers%20&amp;%20Security%20/%20Journal%20Name.%20https:/www.sciencedirect.com/science/article/pii/S0167404823006053%20%20%20%5b5%5d(S.%20Liu,2023)%20Wi-Fi%20Energy%20Detection%20Testbed%20(12MTC),,%20gitHub%20repository.%20%5bOnline%5d.%20Available:%20https:/github.com/liustone99/Wi-Fi-Energy-Detection-Testbed-12MTC%20%20%20%5b6%5d(Mba,%20J.%20F.,2025,%20July%2018).%20How%20to%20implement%20social%20Engineering%20Awareness%20Training.%20PurpleSec.%20https:/purplesec.us/learn/social-engineering-awareness-training/%20%20%20%5b7%5d(Verizon,2024).%202024%20Data%20breach%20investigations%20report.%20https:/www.verizon.com/business/resources/reports/dbir/%20%20%5b8%5d(European%20Union%20Agency%20for%20Cybersecurity,%202023).%20Phishing:%20Attack%20trends%20and%20mitigation%20strategies.%20https:/www.enisa.europa.eu/publications/phishing%20%20%20%5b9%5d(Li,%20Z.,%20&amp;%20Wang,%20H.,2024).%20AI-driven%20social%20engineering%20attacks:%20A%20survey%20of%20emerging%20threats%20and%20defenses.%20IEEE%20Access,%2012,%2012245&#8211;12262.%20https:/ieeexplore.ieee.org/document/1041121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411210" TargetMode="External"/><Relationship Id="rId5" Type="http://schemas.openxmlformats.org/officeDocument/2006/relationships/hyperlink" Target="https://www.enisa.europa.eu/publications/phishing" TargetMode="External"/><Relationship Id="rId4" Type="http://schemas.openxmlformats.org/officeDocument/2006/relationships/hyperlink" Target="https://www.verizon.com/business/resources/reports/dbir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vd.nist.gov/vuln/detail/CVE-2019-0053" TargetMode="External"/><Relationship Id="rId2" Type="http://schemas.openxmlformats.org/officeDocument/2006/relationships/hyperlink" Target="https://nvd.nist.gov/vuln/detail/CVE-1999-052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shot of a representation of networks with stick figures.">
            <a:extLst>
              <a:ext uri="{FF2B5EF4-FFF2-40B4-BE49-F238E27FC236}">
                <a16:creationId xmlns:a16="http://schemas.microsoft.com/office/drawing/2014/main" id="{F04BCDFC-FD55-CAE2-80B3-36DE0073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44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D92E9-6C3E-FF79-6FF0-B4CDD08E1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400" b="1" dirty="0"/>
              <a:t>Human Factors in Network Security:</a:t>
            </a:r>
            <a:br>
              <a:rPr lang="en-US" sz="3400" b="1" dirty="0"/>
            </a:br>
            <a:r>
              <a:rPr lang="en-US" sz="3400" b="1" dirty="0"/>
              <a:t>Social Engineering Defenses &amp; Security Awareness Training (Part A)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E5156-9207-BF1E-B300-80B0ACD7F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pPr algn="l"/>
            <a:r>
              <a:rPr lang="en-US" sz="1700" b="1" dirty="0"/>
              <a:t>Authors:</a:t>
            </a:r>
            <a:r>
              <a:rPr lang="en-US" sz="1700" dirty="0"/>
              <a:t> Prakriti Dhungel | Ashwini </a:t>
            </a:r>
            <a:r>
              <a:rPr lang="en-US" sz="1700" dirty="0" err="1"/>
              <a:t>Gondhi</a:t>
            </a:r>
            <a:r>
              <a:rPr lang="en-US" sz="1700" dirty="0"/>
              <a:t> | Song Dang</a:t>
            </a:r>
            <a:br>
              <a:rPr lang="en-US" sz="1700" dirty="0"/>
            </a:br>
            <a:r>
              <a:rPr lang="en-US" sz="1700" dirty="0"/>
              <a:t>University of North Texas</a:t>
            </a:r>
          </a:p>
          <a:p>
            <a:pPr algn="l"/>
            <a:r>
              <a:rPr lang="en-US" sz="1700" b="1" dirty="0"/>
              <a:t>CSCE 5585</a:t>
            </a:r>
          </a:p>
          <a:p>
            <a:pPr algn="l"/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38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C7423-B53C-59C0-C954-59F1031E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EC1515-AFBC-CD5F-B477-44CACA2FF0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1673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64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404A2-C242-BE19-29CA-B92A3C92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Literature Review Summary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19F632-3F1C-58BE-F2E5-66AE40240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504083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235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A19DB-82EA-576D-AF96-E6D77081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Training Effectiveness</a:t>
            </a:r>
            <a:br>
              <a:rPr lang="en-US" sz="3600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019460CC-F30D-20C6-DE96-541A40152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7E34-43F0-3828-10D5-9BC705430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Modules based on games and scenarios are more engaging</a:t>
            </a:r>
          </a:p>
          <a:p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Temporary changes in behavior often reported</a:t>
            </a:r>
          </a:p>
          <a:p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Rarely assessed are the skills keeping over the long period</a:t>
            </a:r>
          </a:p>
          <a:p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Reinforcement techniques and permanent training are essential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0168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B0CFC-2F23-565A-088F-55F69157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Phishing-Specific Findings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051B91-5D99-400C-ACC8-8E47F5DA3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3432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3994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80B4-1582-9EDB-02AE-16BCFE7C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Human &amp; Behavioral Factors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B7E5FB83-6507-533E-F088-E05FB6531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58" r="23125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B614D-7CF8-AB57-534A-581102C8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1900"/>
              <a:t>Cognitive biases (trust, urgency, authority) used in decisions.</a:t>
            </a:r>
          </a:p>
          <a:p>
            <a:endParaRPr lang="en-US" sz="1900"/>
          </a:p>
          <a:p>
            <a:r>
              <a:rPr lang="en-US" sz="1900"/>
              <a:t>The customs of security are dependent on culture, work pressure and motivation.</a:t>
            </a:r>
          </a:p>
          <a:p>
            <a:endParaRPr lang="en-US" sz="1900"/>
          </a:p>
          <a:p>
            <a:r>
              <a:rPr lang="en-US" sz="1900"/>
              <a:t>Sensitivity is not necessarily safe behavior.</a:t>
            </a:r>
          </a:p>
          <a:p>
            <a:endParaRPr lang="en-US" sz="1900"/>
          </a:p>
          <a:p>
            <a:r>
              <a:rPr lang="en-US" sz="1900"/>
              <a:t>Needs reinforcement by behavior, not by knowledge</a:t>
            </a:r>
          </a:p>
        </p:txBody>
      </p:sp>
    </p:spTree>
    <p:extLst>
      <p:ext uri="{BB962C8B-B14F-4D97-AF65-F5344CB8AC3E}">
        <p14:creationId xmlns:p14="http://schemas.microsoft.com/office/powerpoint/2010/main" val="379333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D098-3F02-E058-069C-1049C197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1" y="327025"/>
            <a:ext cx="5324477" cy="1630363"/>
          </a:xfrm>
        </p:spPr>
        <p:txBody>
          <a:bodyPr anchor="b">
            <a:normAutofit/>
          </a:bodyPr>
          <a:lstStyle/>
          <a:p>
            <a:r>
              <a:rPr lang="en-US" sz="3600"/>
              <a:t>Technical vs Human Defense Gap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49C22A-89A5-BD14-4987-34CBE921B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44" r="28889" b="-1"/>
          <a:stretch>
            <a:fillRect/>
          </a:stretch>
        </p:blipFill>
        <p:spPr>
          <a:xfrm>
            <a:off x="5966355" y="1"/>
            <a:ext cx="6225645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D0964E-8DD3-DAFE-347E-B85568A40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154172"/>
              </p:ext>
            </p:extLst>
          </p:nvPr>
        </p:nvGraphicFramePr>
        <p:xfrm>
          <a:off x="481013" y="2286001"/>
          <a:ext cx="5324475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560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2DBFF-C019-F286-4B4F-12C71C79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 Frequency</a:t>
            </a:r>
          </a:p>
        </p:txBody>
      </p:sp>
      <p:pic>
        <p:nvPicPr>
          <p:cNvPr id="4" name="Content Placeholder 3" descr="A graph with orange bars&#10;&#10;AI-generated content may be incorrect.">
            <a:extLst>
              <a:ext uri="{FF2B5EF4-FFF2-40B4-BE49-F238E27FC236}">
                <a16:creationId xmlns:a16="http://schemas.microsoft.com/office/drawing/2014/main" id="{5C0B6500-3453-4FAD-5148-D04E132A8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58" y="1346526"/>
            <a:ext cx="5604636" cy="414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7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7F178-D84F-D862-8575-5AB51311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Methodology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BD9739A-8D71-FE57-CBCF-49E32C12F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49308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172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C3721-D93D-2DBD-6CB4-1B2EC628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Proposed Framework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CB1E3CD-BD8A-34EE-110E-E7BF9A377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endParaRPr lang="en-US" sz="1800"/>
          </a:p>
          <a:p>
            <a:r>
              <a:rPr lang="en-US" sz="1800"/>
              <a:t>Multi-Layered Human-Centric Security Awareness Model (MH-SDF).</a:t>
            </a:r>
          </a:p>
          <a:p>
            <a:endParaRPr lang="en-US" sz="1800"/>
          </a:p>
          <a:p>
            <a:r>
              <a:rPr lang="en-US" sz="1800"/>
              <a:t>Constant behavior monitoring + involvement monitoring.</a:t>
            </a:r>
          </a:p>
          <a:p>
            <a:endParaRPr lang="en-US" sz="1800"/>
          </a:p>
          <a:p>
            <a:r>
              <a:rPr lang="en-US" sz="1800"/>
              <a:t>AI-based adaptive phishing simulations.</a:t>
            </a:r>
          </a:p>
          <a:p>
            <a:endParaRPr lang="en-US" sz="1800"/>
          </a:p>
          <a:p>
            <a:r>
              <a:rPr lang="en-US" sz="1800"/>
              <a:t>Individualized learning plans of high-risk users.</a:t>
            </a:r>
          </a:p>
          <a:p>
            <a:endParaRPr lang="en-US" sz="1800"/>
          </a:p>
          <a:p>
            <a:r>
              <a:rPr lang="en-US" sz="1800"/>
              <a:t>Strengthened by building of organizational policies and culture.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5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02B3A-B683-EED4-646D-6422C234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Conclusion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4B8BE7-7DB4-E384-AE4D-7A79348D55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38928" y="1338729"/>
          <a:ext cx="4795584" cy="4180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036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DE624-7138-079C-2365-AE916878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References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DB04-5C0C-F7A1-1943-B3113DD4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lvl="0"/>
            <a:r>
              <a:rPr lang="en-US" sz="1200"/>
              <a:t>(Hoetal.,2025).Understandingtheefficacyofphishingtraininginpractice [Conference paper / journal article]. University / Conference. </a:t>
            </a:r>
            <a:r>
              <a:rPr lang="en-US" sz="1200">
                <a:hlinkClick r:id="rId2"/>
              </a:rPr>
              <a:t>https://people.cs.uchicago.edu/~grantho/papers/oakland2025_phishing- training.pdf </a:t>
            </a:r>
            <a:endParaRPr lang="en-US" sz="1200"/>
          </a:p>
          <a:p>
            <a:pPr lvl="0"/>
            <a:r>
              <a:rPr lang="en-US" sz="1200"/>
              <a:t>(Khadkaetal.,2025).Humanfactorsincybersecurity:Aninterdisciplinaryreview. Journal / Publisher. </a:t>
            </a:r>
            <a:r>
              <a:rPr lang="en-US" sz="1200">
                <a:hlinkClick r:id="rId2"/>
              </a:rPr>
              <a:t>https://link.springer.com/article/10.1007/s10207-025-01032-0   </a:t>
            </a:r>
            <a:endParaRPr lang="en-US" sz="1200"/>
          </a:p>
          <a:p>
            <a:pPr lvl="0"/>
            <a:r>
              <a:rPr lang="en-US" sz="1200"/>
              <a:t>Prümmer,J.,2024).Theeffectivenessofcybersecuritytraining(Master'sthesis/ Dissertation). University of Albany. </a:t>
            </a:r>
            <a:r>
              <a:rPr lang="en-US" sz="1200">
                <a:hlinkClick r:id="rId2"/>
              </a:rPr>
              <a:t>https://scholarsarchive.library.albany.edu/cgi/viewcontent.cgi?article=1105&amp;contex t=etd </a:t>
            </a:r>
            <a:endParaRPr lang="en-US" sz="1200"/>
          </a:p>
          <a:p>
            <a:pPr lvl="0"/>
            <a:r>
              <a:rPr lang="en-US" sz="1200"/>
              <a:t>(Marshalletal.,2024).Exploringtheevidenceforemailphishingtraining:Ascoping review. Computers &amp; Security / Journal Name. </a:t>
            </a:r>
            <a:r>
              <a:rPr lang="en-US" sz="1200">
                <a:hlinkClick r:id="rId2"/>
              </a:rPr>
              <a:t>https://www.sciencedirect.com/science/article/pii/S0167404823006053 </a:t>
            </a:r>
            <a:endParaRPr lang="en-US" sz="1200"/>
          </a:p>
          <a:p>
            <a:pPr lvl="0"/>
            <a:r>
              <a:rPr lang="en-US" sz="1200"/>
              <a:t>(S. Liu,2023) Wi-Fi Energy Detection Testbed (12MTC),, gitHub repository. [Online]. Available: </a:t>
            </a:r>
            <a:r>
              <a:rPr lang="en-US" sz="1200">
                <a:hlinkClick r:id="rId2"/>
              </a:rPr>
              <a:t>https://github.com/liustone99/Wi-Fi-Energy-Detection-Testbed-12MTC </a:t>
            </a:r>
            <a:endParaRPr lang="en-US" sz="1200"/>
          </a:p>
          <a:p>
            <a:pPr lvl="0"/>
            <a:r>
              <a:rPr lang="en-US" sz="1200"/>
              <a:t>(Mba, J. F.,2025, July 18). </a:t>
            </a:r>
            <a:r>
              <a:rPr lang="en-US" sz="1200" i="1"/>
              <a:t>How to implement social Engineering Awareness Training</a:t>
            </a:r>
            <a:r>
              <a:rPr lang="en-US" sz="1200"/>
              <a:t>. PurpleSec. </a:t>
            </a:r>
            <a:r>
              <a:rPr lang="en-US" sz="1200" u="sng">
                <a:hlinkClick r:id="rId3"/>
              </a:rPr>
              <a:t>https://purplesec.us/learn/social-engineering-awareness-training/</a:t>
            </a:r>
            <a:r>
              <a:rPr lang="en-US" sz="1200"/>
              <a:t> </a:t>
            </a:r>
          </a:p>
          <a:p>
            <a:pPr lvl="0"/>
            <a:r>
              <a:rPr lang="en-US" sz="1200"/>
              <a:t>(Verizon,2024). 2024 Data breach investigations report. </a:t>
            </a:r>
            <a:r>
              <a:rPr lang="en-US" sz="1200" u="sng">
                <a:hlinkClick r:id="rId4"/>
              </a:rPr>
              <a:t>https://www.verizon.com/business/resources/reports/dbir/</a:t>
            </a:r>
            <a:endParaRPr lang="en-US" sz="1200"/>
          </a:p>
          <a:p>
            <a:pPr lvl="0"/>
            <a:r>
              <a:rPr lang="en-US" sz="1200"/>
              <a:t>(European Union Agency for Cybersecurity, 2023). Phishing: Attack trends and mitigation strategies. </a:t>
            </a:r>
            <a:r>
              <a:rPr lang="en-US" sz="1200" u="sng">
                <a:hlinkClick r:id="rId5"/>
              </a:rPr>
              <a:t>https://www.enisa.europa.eu/publications/phishing</a:t>
            </a:r>
            <a:r>
              <a:rPr lang="en-US" sz="1200"/>
              <a:t> </a:t>
            </a:r>
          </a:p>
          <a:p>
            <a:pPr lvl="0"/>
            <a:r>
              <a:rPr lang="en-US" sz="1200"/>
              <a:t>(Li, Z., &amp; Wang, H.,2024). AI-driven social engineering attacks: A survey of emerging threats and defenses. IEEE Access, 12, 12245–12262. </a:t>
            </a:r>
            <a:r>
              <a:rPr lang="en-US" sz="1200" u="sng">
                <a:hlinkClick r:id="rId6"/>
              </a:rPr>
              <a:t>https://ieeexplore.ieee.org/document/10411210</a:t>
            </a:r>
            <a:r>
              <a:rPr lang="en-US" sz="1200"/>
              <a:t> </a:t>
            </a:r>
            <a:r>
              <a:rPr lang="en-US" sz="1200" b="1"/>
              <a:t> 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519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10189-6F31-101C-E324-15759B39F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AA4C7-CE72-6EA2-C250-8B1093FA3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0ECA8-2867-F872-00DE-F844087FB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C94F5EC-FC78-1483-DD34-2C31716BD167}"/>
              </a:ext>
            </a:extLst>
          </p:cNvPr>
          <p:cNvSpPr txBox="1">
            <a:spLocks/>
          </p:cNvSpPr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8000" b="1">
                <a:solidFill>
                  <a:srgbClr val="FFFFFF"/>
                </a:solidFill>
                <a:ea typeface="+mj-lt"/>
                <a:cs typeface="+mj-lt"/>
              </a:rPr>
              <a:t>Secure Network Design and Implementation</a:t>
            </a:r>
            <a:endParaRPr lang="en-US" sz="8000" b="1" dirty="0">
              <a:solidFill>
                <a:srgbClr val="FFFFFF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8C97B16-DC1C-560B-FCE4-A0E9331C01FF}"/>
              </a:ext>
            </a:extLst>
          </p:cNvPr>
          <p:cNvSpPr txBox="1">
            <a:spLocks/>
          </p:cNvSpPr>
          <p:nvPr/>
        </p:nvSpPr>
        <p:spPr>
          <a:xfrm>
            <a:off x="1208228" y="5331510"/>
            <a:ext cx="9250301" cy="1145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FFFFFF"/>
                </a:solidFill>
              </a:rPr>
              <a:t>CSCE 5585</a:t>
            </a:r>
          </a:p>
          <a:p>
            <a:r>
              <a:rPr lang="en-US" sz="1200">
                <a:solidFill>
                  <a:srgbClr val="FFFFFF"/>
                </a:solidFill>
              </a:rPr>
              <a:t>Son Dang, Prakriti Dhungel, Ashwini Gondhi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12BB75B-8BAC-9524-9771-16F85C982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Graphic 12">
            <a:extLst>
              <a:ext uri="{FF2B5EF4-FFF2-40B4-BE49-F238E27FC236}">
                <a16:creationId xmlns:a16="http://schemas.microsoft.com/office/drawing/2014/main" id="{09953D6E-3200-D266-0455-FFCBDE526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969AF9C7-5F71-3B8A-5A51-ED67B24F7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640B39-3F03-9D2C-E520-EEF6E4187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22">
            <a:extLst>
              <a:ext uri="{FF2B5EF4-FFF2-40B4-BE49-F238E27FC236}">
                <a16:creationId xmlns:a16="http://schemas.microsoft.com/office/drawing/2014/main" id="{74846422-BDAD-73EF-9E87-E340788B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23">
            <a:extLst>
              <a:ext uri="{FF2B5EF4-FFF2-40B4-BE49-F238E27FC236}">
                <a16:creationId xmlns:a16="http://schemas.microsoft.com/office/drawing/2014/main" id="{B700125A-7440-D07D-0A50-CE37641D0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D6FCE95C-50D3-C51C-1637-BABFE5146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25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DB36-4F15-D9E8-8DBD-5ABA4B08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F583-BC72-371A-9015-D1073308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A4C25F60-9968-AFE3-BBC8-7B83DCFCF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39DC51-D8A0-4937-5B8D-EA0849E6FA24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/>
              <a:t>Network Environment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8918CD27-E15F-A325-7B7D-A8D02C087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53CA9-0498-D267-9398-CB8D8318632F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GNS3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FortiGate Firewall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DMZ switch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Lan switch 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Servers and clients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Content Placeholder 8" descr="A computer network diagram with text and words&#10;&#10;AI-generated content may be incorrect.">
            <a:extLst>
              <a:ext uri="{FF2B5EF4-FFF2-40B4-BE49-F238E27FC236}">
                <a16:creationId xmlns:a16="http://schemas.microsoft.com/office/drawing/2014/main" id="{5280A9AB-8EFA-0EC1-A482-70BBA31E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686" y="640080"/>
            <a:ext cx="63929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3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6839A-1143-BE49-75C8-E8BCDD2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70FB-6079-4098-3214-52EC195C7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499ED4DB-533F-A70F-C9D9-8654491F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BB94DE1-A617-0038-F72B-BDA212ED5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382F9E-CACA-7F56-7EA6-1543DB6445E4}"/>
              </a:ext>
            </a:extLst>
          </p:cNvPr>
          <p:cNvSpPr txBox="1">
            <a:spLocks/>
          </p:cNvSpPr>
          <p:nvPr/>
        </p:nvSpPr>
        <p:spPr>
          <a:xfrm>
            <a:off x="5894962" y="479493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Fortigate Firewall</a:t>
            </a:r>
          </a:p>
        </p:txBody>
      </p:sp>
      <p:sp>
        <p:nvSpPr>
          <p:cNvPr id="7" name="Freeform: Shape 25">
            <a:extLst>
              <a:ext uri="{FF2B5EF4-FFF2-40B4-BE49-F238E27FC236}">
                <a16:creationId xmlns:a16="http://schemas.microsoft.com/office/drawing/2014/main" id="{D666D2A5-D045-0FCE-FCCF-ABF9907D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Fortinet logo in transparent PNG and ...">
            <a:extLst>
              <a:ext uri="{FF2B5EF4-FFF2-40B4-BE49-F238E27FC236}">
                <a16:creationId xmlns:a16="http://schemas.microsoft.com/office/drawing/2014/main" id="{56644742-2F07-2F59-986E-07324698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631482"/>
            <a:ext cx="4777381" cy="342529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C08E92-CD58-0BC0-7F64-FEC1BFE14F5C}"/>
              </a:ext>
            </a:extLst>
          </p:cNvPr>
          <p:cNvSpPr txBox="1">
            <a:spLocks/>
          </p:cNvSpPr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Version 7.0.9 </a:t>
            </a:r>
          </a:p>
          <a:p>
            <a:r>
              <a:rPr lang="en-US"/>
              <a:t>Allowed traffic from LAN to DMZ, LAN to internet, DMZ to internet</a:t>
            </a:r>
          </a:p>
          <a:p>
            <a:r>
              <a:rPr lang="en-US"/>
              <a:t>Block traffic from DMZ to LAN since DMZ is a public facing server</a:t>
            </a:r>
          </a:p>
          <a:p>
            <a:r>
              <a:rPr lang="en-US"/>
              <a:t>VPN and IPS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74309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A36A-3B75-4A60-7317-F9215EC7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D3D6-94B2-4EDB-B831-85753D4E8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A5C531D-9AB7-A4D1-2C2C-05E3947C1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815441-95B1-A994-3185-2DC70471FD03}"/>
              </a:ext>
            </a:extLst>
          </p:cNvPr>
          <p:cNvSpPr txBox="1">
            <a:spLocks/>
          </p:cNvSpPr>
          <p:nvPr/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8000"/>
              <a:t>VPN remote access</a:t>
            </a:r>
            <a:endParaRPr lang="en-US" sz="8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91E23E-A904-2FD6-C3AD-43AF2ABC4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3DEE14-211C-B07C-3071-A6203FE37C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917974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460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8BA9-CAEC-1081-E56B-905A54E9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E26A5-8098-EE4A-03ED-2EA1B0765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3D3085A-A948-40CE-A72A-1518FD4F4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18">
            <a:extLst>
              <a:ext uri="{FF2B5EF4-FFF2-40B4-BE49-F238E27FC236}">
                <a16:creationId xmlns:a16="http://schemas.microsoft.com/office/drawing/2014/main" id="{F4775070-24B0-7DF7-216A-73CA9A2D5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DA1B1F-1041-D29B-9B2A-2BF7AC7BD248}"/>
              </a:ext>
            </a:extLst>
          </p:cNvPr>
          <p:cNvSpPr txBox="1">
            <a:spLocks/>
          </p:cNvSpPr>
          <p:nvPr/>
        </p:nvSpPr>
        <p:spPr>
          <a:xfrm>
            <a:off x="638881" y="390525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>
                <a:solidFill>
                  <a:srgbClr val="FFFFFF"/>
                </a:solidFill>
              </a:rPr>
              <a:t>IDS/IPS configuration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F35A2-BF29-2AF8-A5A5-1A3B5834B693}"/>
              </a:ext>
            </a:extLst>
          </p:cNvPr>
          <p:cNvSpPr txBox="1"/>
          <p:nvPr/>
        </p:nvSpPr>
        <p:spPr>
          <a:xfrm>
            <a:off x="2895601" y="1900826"/>
            <a:ext cx="6396204" cy="6625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Part of the FortiGate firewall functionality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4F33C47C-FA3D-3DD7-C5B6-F1CD84FB3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6" descr="A screenshot of a program&#10;&#10;AI-generated content may be incorrect.">
            <a:extLst>
              <a:ext uri="{FF2B5EF4-FFF2-40B4-BE49-F238E27FC236}">
                <a16:creationId xmlns:a16="http://schemas.microsoft.com/office/drawing/2014/main" id="{308768B4-F88F-C2BF-2359-7BB92E7DF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7" y="3084325"/>
            <a:ext cx="10118598" cy="298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98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CF5C-2062-7BD7-97E4-F2A3EA2A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DC5D-84C2-DFCD-E152-919155813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3E04D63-D4CC-8A4C-E2FF-251D17499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9F2A3A-3231-4AEB-14D3-24D837122D91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/>
              <a:t>IDS/IPS (continued) 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CF163469-4307-C713-0DFD-5F7AD382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D8778-BC14-B87E-290D-E1E3993D7502}"/>
              </a:ext>
            </a:extLst>
          </p:cNvPr>
          <p:cNvSpPr txBox="1">
            <a:spLocks/>
          </p:cNvSpPr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/>
              <a:t>Additionally, we install Wireshark and Suricata on ubuntu client </a:t>
            </a:r>
          </a:p>
          <a:p>
            <a:r>
              <a:rPr lang="en-US" sz="2200"/>
              <a:t>Simulate a SYN attack using hping3 from Kali -&gt; Ubuntu client</a:t>
            </a:r>
          </a:p>
          <a:p>
            <a:endParaRPr lang="en-US" sz="22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4DE444-4248-C354-9966-E5E23CBB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43661"/>
            <a:ext cx="6903720" cy="497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12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3968-04B0-545E-2688-BCDDC31D8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EE60-A36C-C96F-40BB-39638D88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41006B5-9418-EB38-70A8-94F91BD5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38332A-5786-0541-47C6-8302CE5E4A49}"/>
              </a:ext>
            </a:extLst>
          </p:cNvPr>
          <p:cNvSpPr txBox="1">
            <a:spLocks/>
          </p:cNvSpPr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IDS/IPS(continued)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47AA151F-0DE0-92F3-5BE9-8D10375B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F3A162-0335-6B38-E1DC-BFFBC44820A7}"/>
              </a:ext>
            </a:extLst>
          </p:cNvPr>
          <p:cNvSpPr txBox="1">
            <a:spLocks/>
          </p:cNvSpPr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Detect using Wireshark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7804A9-14F4-0243-28F0-8A8953B5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0" r="9405" b="2"/>
          <a:stretch>
            <a:fillRect/>
          </a:stretch>
        </p:blipFill>
        <p:spPr>
          <a:xfrm>
            <a:off x="952757" y="2290936"/>
            <a:ext cx="10274294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55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CC34-A822-7D2B-5FFE-5433ED8F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F2F52-5104-AA90-2ECD-FDE77C908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82E8587-9DCD-9E42-0B2E-9941CB316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2E39BD-DF60-92A4-B068-B2505F974099}"/>
              </a:ext>
            </a:extLst>
          </p:cNvPr>
          <p:cNvSpPr txBox="1">
            <a:spLocks/>
          </p:cNvSpPr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IDS/IPS(continued) 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6497C1DE-78DB-5167-24B6-0FEC2C0FD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26AC25-06F2-935A-1DDE-338B8E70D087}"/>
              </a:ext>
            </a:extLst>
          </p:cNvPr>
          <p:cNvSpPr txBox="1">
            <a:spLocks/>
          </p:cNvSpPr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Prevent the attack using Suricata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E23F10D-C9CD-4E34-5D93-5F7BC5AD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9" r="1" b="19975"/>
          <a:stretch>
            <a:fillRect/>
          </a:stretch>
        </p:blipFill>
        <p:spPr>
          <a:xfrm>
            <a:off x="2064015" y="2290936"/>
            <a:ext cx="8051778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63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D2E1-F9AB-8958-6173-85582E0A1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F23B-87C4-8A51-A6C2-DD1C8F03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054118-4E70-693A-89D7-C88B06C39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4DBA04-7379-1C76-847A-1D25DCC39C48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/>
              <a:t>Testing and security assessment</a:t>
            </a:r>
            <a:endParaRPr lang="en-US" sz="3800" dirty="0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6E84EF26-8B96-CE76-7F89-6D91CDF3C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92EDB-4357-296E-FE39-2931B78F4A22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Majority of the Critical/High/Medium are from Ubuntu local security as a result of EOL device and out of date packages from Ubuntu Client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For the network vulnerabilities: SSH weak algorithms and ICMP timestamp request which can allow attacker to map the network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8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5FDC1D-34F6-1045-04D5-2204B798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51293"/>
            <a:ext cx="6903720" cy="355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23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06E0-D7A0-FA3D-6BFE-32982864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B8B5-95BC-8B62-172C-50867EE3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0AF70F41-8EAA-8D84-7839-53DF4CA60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Freeform: Shape 44">
            <a:extLst>
              <a:ext uri="{FF2B5EF4-FFF2-40B4-BE49-F238E27FC236}">
                <a16:creationId xmlns:a16="http://schemas.microsoft.com/office/drawing/2014/main" id="{B01BC4A6-DA43-3B47-6340-D84D290A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" name="Freeform: Shape 41">
            <a:extLst>
              <a:ext uri="{FF2B5EF4-FFF2-40B4-BE49-F238E27FC236}">
                <a16:creationId xmlns:a16="http://schemas.microsoft.com/office/drawing/2014/main" id="{E337A80A-012D-FA1E-79AF-1847686A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BBDEC1-DE18-894B-63DD-3EE5E52E367A}"/>
              </a:ext>
            </a:extLst>
          </p:cNvPr>
          <p:cNvSpPr txBox="1">
            <a:spLocks/>
          </p:cNvSpPr>
          <p:nvPr/>
        </p:nvSpPr>
        <p:spPr>
          <a:xfrm>
            <a:off x="621792" y="1161288"/>
            <a:ext cx="3602736" cy="4526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Mitigation Strategies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11B6A-0028-CDC4-3DA2-B4201C603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9" name="Content Placeholder 20">
            <a:extLst>
              <a:ext uri="{FF2B5EF4-FFF2-40B4-BE49-F238E27FC236}">
                <a16:creationId xmlns:a16="http://schemas.microsoft.com/office/drawing/2014/main" id="{7C096B75-6582-2033-F85E-C23F96D6B4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186522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59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A5FA-BDF0-7546-C15F-E7E98D35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71790-A035-BC9E-AB69-ADFE91B98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D8E6F49-B837-AE26-E846-B9F41D806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EADCD6-43B7-4D0F-9D9F-C8C4BC00A68F}"/>
              </a:ext>
            </a:extLst>
          </p:cNvPr>
          <p:cNvSpPr txBox="1">
            <a:spLocks/>
          </p:cNvSpPr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/>
              <a:t>References </a:t>
            </a:r>
            <a:endParaRPr lang="en-US" sz="5400" dirty="0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94F8B82B-F97C-B534-21EE-8F494646F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AD93DE-7A17-4D62-40F0-CD213C841D9F}"/>
              </a:ext>
            </a:extLst>
          </p:cNvPr>
          <p:cNvSpPr txBox="1">
            <a:spLocks/>
          </p:cNvSpPr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ea typeface="+mn-lt"/>
                <a:cs typeface="+mn-lt"/>
                <a:hlinkClick r:id="rId2"/>
              </a:rPr>
              <a:t>https://nvd.nist.gov/vuln/detail/CVE-1999-0524</a:t>
            </a:r>
            <a:endParaRPr lang="en-US" sz="220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  <a:hlinkClick r:id="rId3"/>
              </a:rPr>
              <a:t>https://nvd.nist.gov/vuln/detail/CVE-2019-0053</a:t>
            </a: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073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1006</Words>
  <Application>Microsoft Macintosh PowerPoint</Application>
  <PresentationFormat>Widescreen</PresentationFormat>
  <Paragraphs>111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Human Factors in Network Security: Social Engineering Defenses &amp; Security Awareness Training (Part A) </vt:lpstr>
      <vt:lpstr>Introduction</vt:lpstr>
      <vt:lpstr>Literature Review Summary</vt:lpstr>
      <vt:lpstr>Training Effectiveness </vt:lpstr>
      <vt:lpstr>Phishing-Specific Findings</vt:lpstr>
      <vt:lpstr>Human &amp; Behavioral Factors</vt:lpstr>
      <vt:lpstr>Technical vs Human Defense Gap</vt:lpstr>
      <vt:lpstr>Gap Frequency</vt:lpstr>
      <vt:lpstr>Methodology</vt:lpstr>
      <vt:lpstr>Proposed Framework</vt:lpstr>
      <vt:lpstr>Conclusion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Prakriti Dhungel</dc:creator>
  <cp:lastModifiedBy>Prakriti Dhungel</cp:lastModifiedBy>
  <cp:revision>3</cp:revision>
  <dcterms:created xsi:type="dcterms:W3CDTF">2025-11-29T23:38:00Z</dcterms:created>
  <dcterms:modified xsi:type="dcterms:W3CDTF">2025-11-30T01:18:33Z</dcterms:modified>
</cp:coreProperties>
</file>